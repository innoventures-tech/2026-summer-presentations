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81D9A-EEBC-48C8-85F9-4A49BC2CC1C0}" v="8" dt="2026-07-21T11:17:45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830" y="7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yyan Türk" userId="d196aeb6a5a43754" providerId="LiveId" clId="{E1FF2377-12BF-4A1D-B58E-B41D3F14F755}"/>
    <pc:docChg chg="undo custSel addSld delSld modSld sldOrd">
      <pc:chgData name="Reyyan Türk" userId="d196aeb6a5a43754" providerId="LiveId" clId="{E1FF2377-12BF-4A1D-B58E-B41D3F14F755}" dt="2026-07-22T08:58:27.948" v="133" actId="2696"/>
      <pc:docMkLst>
        <pc:docMk/>
      </pc:docMkLst>
      <pc:sldChg chg="modSp mod">
        <pc:chgData name="Reyyan Türk" userId="d196aeb6a5a43754" providerId="LiveId" clId="{E1FF2377-12BF-4A1D-B58E-B41D3F14F755}" dt="2026-07-21T11:09:47.021" v="43" actId="14100"/>
        <pc:sldMkLst>
          <pc:docMk/>
          <pc:sldMk cId="0" sldId="256"/>
        </pc:sldMkLst>
        <pc:picChg chg="mod">
          <ac:chgData name="Reyyan Türk" userId="d196aeb6a5a43754" providerId="LiveId" clId="{E1FF2377-12BF-4A1D-B58E-B41D3F14F755}" dt="2026-07-21T11:09:47.021" v="43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Reyyan Türk" userId="d196aeb6a5a43754" providerId="LiveId" clId="{E1FF2377-12BF-4A1D-B58E-B41D3F14F755}" dt="2026-07-21T11:09:56.858" v="45" actId="14100"/>
        <pc:sldMkLst>
          <pc:docMk/>
          <pc:sldMk cId="0" sldId="257"/>
        </pc:sldMkLst>
        <pc:picChg chg="mod">
          <ac:chgData name="Reyyan Türk" userId="d196aeb6a5a43754" providerId="LiveId" clId="{E1FF2377-12BF-4A1D-B58E-B41D3F14F755}" dt="2026-07-21T11:09:56.858" v="45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addSp delSp modSp mod">
        <pc:chgData name="Reyyan Türk" userId="d196aeb6a5a43754" providerId="LiveId" clId="{E1FF2377-12BF-4A1D-B58E-B41D3F14F755}" dt="2026-07-21T11:00:00.519" v="35" actId="21"/>
        <pc:sldMkLst>
          <pc:docMk/>
          <pc:sldMk cId="0" sldId="259"/>
        </pc:sldMkLst>
        <pc:picChg chg="add del mod">
          <ac:chgData name="Reyyan Türk" userId="d196aeb6a5a43754" providerId="LiveId" clId="{E1FF2377-12BF-4A1D-B58E-B41D3F14F755}" dt="2026-07-21T11:00:00.519" v="35" actId="21"/>
          <ac:picMkLst>
            <pc:docMk/>
            <pc:sldMk cId="0" sldId="259"/>
            <ac:picMk id="4" creationId="{47259632-45A7-1D40-3307-C0DD1B4599B8}"/>
          </ac:picMkLst>
        </pc:picChg>
      </pc:sldChg>
      <pc:sldChg chg="addSp delSp modSp mod">
        <pc:chgData name="Reyyan Türk" userId="d196aeb6a5a43754" providerId="LiveId" clId="{E1FF2377-12BF-4A1D-B58E-B41D3F14F755}" dt="2026-07-21T10:48:19.710" v="14" actId="14100"/>
        <pc:sldMkLst>
          <pc:docMk/>
          <pc:sldMk cId="0" sldId="260"/>
        </pc:sldMkLst>
        <pc:picChg chg="add del mod">
          <ac:chgData name="Reyyan Türk" userId="d196aeb6a5a43754" providerId="LiveId" clId="{E1FF2377-12BF-4A1D-B58E-B41D3F14F755}" dt="2026-07-21T10:48:01.617" v="9" actId="21"/>
          <ac:picMkLst>
            <pc:docMk/>
            <pc:sldMk cId="0" sldId="260"/>
            <ac:picMk id="4" creationId="{6149AD1A-D09B-E561-2B3B-42B3835A0E01}"/>
          </ac:picMkLst>
        </pc:picChg>
        <pc:picChg chg="add mod">
          <ac:chgData name="Reyyan Türk" userId="d196aeb6a5a43754" providerId="LiveId" clId="{E1FF2377-12BF-4A1D-B58E-B41D3F14F755}" dt="2026-07-21T10:48:19.710" v="14" actId="14100"/>
          <ac:picMkLst>
            <pc:docMk/>
            <pc:sldMk cId="0" sldId="260"/>
            <ac:picMk id="5" creationId="{779E0BA5-EDAD-5883-4CD1-E75BBC0D4CB1}"/>
          </ac:picMkLst>
        </pc:picChg>
      </pc:sldChg>
      <pc:sldChg chg="addSp delSp modSp add mod">
        <pc:chgData name="Reyyan Türk" userId="d196aeb6a5a43754" providerId="LiveId" clId="{E1FF2377-12BF-4A1D-B58E-B41D3F14F755}" dt="2026-07-22T08:58:23.088" v="132" actId="14100"/>
        <pc:sldMkLst>
          <pc:docMk/>
          <pc:sldMk cId="3464364399" sldId="261"/>
        </pc:sldMkLst>
        <pc:graphicFrameChg chg="add del mod modGraphic">
          <ac:chgData name="Reyyan Türk" userId="d196aeb6a5a43754" providerId="LiveId" clId="{E1FF2377-12BF-4A1D-B58E-B41D3F14F755}" dt="2026-07-22T08:58:04.236" v="128" actId="478"/>
          <ac:graphicFrameMkLst>
            <pc:docMk/>
            <pc:sldMk cId="3464364399" sldId="261"/>
            <ac:graphicFrameMk id="3" creationId="{256CEED3-55C4-46E3-83F6-F6BCF2E8C572}"/>
          </ac:graphicFrameMkLst>
        </pc:graphicFrameChg>
        <pc:picChg chg="mod">
          <ac:chgData name="Reyyan Türk" userId="d196aeb6a5a43754" providerId="LiveId" clId="{E1FF2377-12BF-4A1D-B58E-B41D3F14F755}" dt="2026-07-22T08:58:23.088" v="132" actId="14100"/>
          <ac:picMkLst>
            <pc:docMk/>
            <pc:sldMk cId="3464364399" sldId="261"/>
            <ac:picMk id="2" creationId="{DF6FBB7C-07D5-15F5-FC5F-D559063FEDA9}"/>
          </ac:picMkLst>
        </pc:picChg>
        <pc:picChg chg="add mod">
          <ac:chgData name="Reyyan Türk" userId="d196aeb6a5a43754" providerId="LiveId" clId="{E1FF2377-12BF-4A1D-B58E-B41D3F14F755}" dt="2026-07-21T10:49:07.309" v="24" actId="14100"/>
          <ac:picMkLst>
            <pc:docMk/>
            <pc:sldMk cId="3464364399" sldId="261"/>
            <ac:picMk id="4" creationId="{2C4AEF15-7198-92B1-544C-EC8010516DB5}"/>
          </ac:picMkLst>
        </pc:picChg>
      </pc:sldChg>
      <pc:sldChg chg="addSp modSp add mod">
        <pc:chgData name="Reyyan Türk" userId="d196aeb6a5a43754" providerId="LiveId" clId="{E1FF2377-12BF-4A1D-B58E-B41D3F14F755}" dt="2026-07-21T10:48:45.781" v="20" actId="14100"/>
        <pc:sldMkLst>
          <pc:docMk/>
          <pc:sldMk cId="3737957027" sldId="262"/>
        </pc:sldMkLst>
        <pc:picChg chg="mod">
          <ac:chgData name="Reyyan Türk" userId="d196aeb6a5a43754" providerId="LiveId" clId="{E1FF2377-12BF-4A1D-B58E-B41D3F14F755}" dt="2026-07-21T10:48:34.430" v="15" actId="1076"/>
          <ac:picMkLst>
            <pc:docMk/>
            <pc:sldMk cId="3737957027" sldId="262"/>
            <ac:picMk id="2" creationId="{2AE9CC01-9AF9-07BF-D08F-A8A7AEE53EDA}"/>
          </ac:picMkLst>
        </pc:picChg>
        <pc:picChg chg="add mod">
          <ac:chgData name="Reyyan Türk" userId="d196aeb6a5a43754" providerId="LiveId" clId="{E1FF2377-12BF-4A1D-B58E-B41D3F14F755}" dt="2026-07-21T10:48:45.781" v="20" actId="14100"/>
          <ac:picMkLst>
            <pc:docMk/>
            <pc:sldMk cId="3737957027" sldId="262"/>
            <ac:picMk id="4" creationId="{A505A682-C394-6DE5-6AC0-54F256ABFC4A}"/>
          </ac:picMkLst>
        </pc:picChg>
      </pc:sldChg>
      <pc:sldChg chg="addSp delSp modSp new del mod">
        <pc:chgData name="Reyyan Türk" userId="d196aeb6a5a43754" providerId="LiveId" clId="{E1FF2377-12BF-4A1D-B58E-B41D3F14F755}" dt="2026-07-22T08:58:27.948" v="133" actId="2696"/>
        <pc:sldMkLst>
          <pc:docMk/>
          <pc:sldMk cId="345004078" sldId="263"/>
        </pc:sldMkLst>
        <pc:spChg chg="add del mod">
          <ac:chgData name="Reyyan Türk" userId="d196aeb6a5a43754" providerId="LiveId" clId="{E1FF2377-12BF-4A1D-B58E-B41D3F14F755}" dt="2026-07-21T11:17:32.479" v="105" actId="478"/>
          <ac:spMkLst>
            <pc:docMk/>
            <pc:sldMk cId="345004078" sldId="263"/>
            <ac:spMk id="2" creationId="{AEE6AB44-0E8A-5170-FE41-C41AE0192216}"/>
          </ac:spMkLst>
        </pc:spChg>
        <pc:graphicFrameChg chg="add mod modGraphic">
          <ac:chgData name="Reyyan Türk" userId="d196aeb6a5a43754" providerId="LiveId" clId="{E1FF2377-12BF-4A1D-B58E-B41D3F14F755}" dt="2026-07-21T11:17:35.217" v="106" actId="1076"/>
          <ac:graphicFrameMkLst>
            <pc:docMk/>
            <pc:sldMk cId="345004078" sldId="263"/>
            <ac:graphicFrameMk id="3" creationId="{9AC46B9F-D846-E069-94CB-B7693E05E780}"/>
          </ac:graphicFrameMkLst>
        </pc:graphicFrameChg>
      </pc:sldChg>
      <pc:sldChg chg="addSp delSp modSp add del mod ord">
        <pc:chgData name="Reyyan Türk" userId="d196aeb6a5a43754" providerId="LiveId" clId="{E1FF2377-12BF-4A1D-B58E-B41D3F14F755}" dt="2026-07-21T11:16:28.537" v="90" actId="2696"/>
        <pc:sldMkLst>
          <pc:docMk/>
          <pc:sldMk cId="2270942098" sldId="263"/>
        </pc:sldMkLst>
        <pc:spChg chg="add del mod">
          <ac:chgData name="Reyyan Türk" userId="d196aeb6a5a43754" providerId="LiveId" clId="{E1FF2377-12BF-4A1D-B58E-B41D3F14F755}" dt="2026-07-21T11:15:35.931" v="56" actId="22"/>
          <ac:spMkLst>
            <pc:docMk/>
            <pc:sldMk cId="2270942098" sldId="263"/>
            <ac:spMk id="4" creationId="{D6AB4B92-A120-F95C-B1BC-99B59DFC9388}"/>
          </ac:spMkLst>
        </pc:spChg>
        <pc:spChg chg="add del mod">
          <ac:chgData name="Reyyan Türk" userId="d196aeb6a5a43754" providerId="LiveId" clId="{E1FF2377-12BF-4A1D-B58E-B41D3F14F755}" dt="2026-07-21T11:15:43.003" v="60"/>
          <ac:spMkLst>
            <pc:docMk/>
            <pc:sldMk cId="2270942098" sldId="263"/>
            <ac:spMk id="6" creationId="{D08C7B0F-799A-3DC5-78FC-27CE5400B7AC}"/>
          </ac:spMkLst>
        </pc:spChg>
        <pc:graphicFrameChg chg="add mod modGraphic">
          <ac:chgData name="Reyyan Türk" userId="d196aeb6a5a43754" providerId="LiveId" clId="{E1FF2377-12BF-4A1D-B58E-B41D3F14F755}" dt="2026-07-21T11:16:21.279" v="89" actId="2164"/>
          <ac:graphicFrameMkLst>
            <pc:docMk/>
            <pc:sldMk cId="2270942098" sldId="263"/>
            <ac:graphicFrameMk id="7" creationId="{0D5C357C-7A6C-06BB-614D-EEA69F622A0B}"/>
          </ac:graphicFrameMkLst>
        </pc:graphicFrameChg>
        <pc:picChg chg="del">
          <ac:chgData name="Reyyan Türk" userId="d196aeb6a5a43754" providerId="LiveId" clId="{E1FF2377-12BF-4A1D-B58E-B41D3F14F755}" dt="2026-07-21T11:15:02.260" v="50" actId="478"/>
          <ac:picMkLst>
            <pc:docMk/>
            <pc:sldMk cId="2270942098" sldId="263"/>
            <ac:picMk id="2" creationId="{BF2C3CDF-6ACC-F84F-023D-512034EDC062}"/>
          </ac:picMkLst>
        </pc:picChg>
        <pc:picChg chg="del">
          <ac:chgData name="Reyyan Türk" userId="d196aeb6a5a43754" providerId="LiveId" clId="{E1FF2377-12BF-4A1D-B58E-B41D3F14F755}" dt="2026-07-21T11:14:58.672" v="49" actId="478"/>
          <ac:picMkLst>
            <pc:docMk/>
            <pc:sldMk cId="2270942098" sldId="263"/>
            <ac:picMk id="5" creationId="{EC30E9E3-12A9-47BF-C27F-7752FFF0AACB}"/>
          </ac:picMkLst>
        </pc:picChg>
      </pc:sldChg>
      <pc:sldChg chg="add del">
        <pc:chgData name="Reyyan Türk" userId="d196aeb6a5a43754" providerId="LiveId" clId="{E1FF2377-12BF-4A1D-B58E-B41D3F14F755}" dt="2026-07-21T11:16:48.030" v="97"/>
        <pc:sldMkLst>
          <pc:docMk/>
          <pc:sldMk cId="3322712517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800"/>
            <a:ext cx="16256000" cy="1013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86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779E0BA5-EDAD-5883-4CD1-E75BBC0D4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752600"/>
            <a:ext cx="11734800" cy="6981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96B91-D5B0-B408-C159-9E41EA22B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E9CC01-9AF9-07BF-D08F-A8A7AEE53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262" y="93785"/>
            <a:ext cx="16256000" cy="9067800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A505A682-C394-6DE5-6AC0-54F256ABF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981200"/>
            <a:ext cx="115824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5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AB75-9E6E-D9D2-B6AC-91709C11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F6FBB7C-07D5-15F5-FC5F-D559063FE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2C4AEF15-7198-92B1-544C-EC8010516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905000"/>
            <a:ext cx="1173480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6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Özel</PresentationFormat>
  <Paragraphs>0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Reyyan Türk</cp:lastModifiedBy>
  <cp:revision>1</cp:revision>
  <dcterms:created xsi:type="dcterms:W3CDTF">2006-08-16T00:00:00Z</dcterms:created>
  <dcterms:modified xsi:type="dcterms:W3CDTF">2026-07-22T08:58:28Z</dcterms:modified>
</cp:coreProperties>
</file>