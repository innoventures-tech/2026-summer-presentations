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4280"/>
    <a:srgbClr val="1C5DA7"/>
    <a:srgbClr val="CFD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403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10" name="English Title Overlay"/>
          <p:cNvSpPr/>
          <p:nvPr/>
        </p:nvSpPr>
        <p:spPr>
          <a:xfrm>
            <a:off x="4131970" y="302060"/>
            <a:ext cx="7992060" cy="7688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4000" b="1" dirty="0">
                <a:solidFill>
                  <a:srgbClr val="1E4C8A"/>
                </a:solidFill>
                <a:latin typeface="Consolas" pitchFamily="49" charset="0"/>
                <a:cs typeface="Consolas" pitchFamily="49" charset="0"/>
              </a:rPr>
              <a:t>Computer Vision Spectrum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8CACF754-58A3-546F-41E3-8BC1DC97E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89" y="1420091"/>
            <a:ext cx="5021938" cy="457200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4E20937D-3335-8820-71E6-40FE263A1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200" y="1371600"/>
            <a:ext cx="4662711" cy="457200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93BCD5E5-E685-B387-431D-6E71A5C7E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2991" y="1433946"/>
            <a:ext cx="5084827" cy="457200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ED286EB0-250C-D9FE-2E52-CB3BAE12C2AA}"/>
              </a:ext>
            </a:extLst>
          </p:cNvPr>
          <p:cNvSpPr txBox="1"/>
          <p:nvPr/>
        </p:nvSpPr>
        <p:spPr>
          <a:xfrm>
            <a:off x="736600" y="1406929"/>
            <a:ext cx="4495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600" b="1">
                <a:solidFill>
                  <a:srgbClr val="0B4280"/>
                </a:solidFill>
              </a:rPr>
              <a:t>Image Classification</a:t>
            </a:r>
            <a:endParaRPr lang="tr-TR" sz="3600" b="1" dirty="0">
              <a:solidFill>
                <a:srgbClr val="0B4280"/>
              </a:solidFill>
            </a:endParaRP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5BC5C6B3-BCC5-7A1E-682A-3BE431742914}"/>
              </a:ext>
            </a:extLst>
          </p:cNvPr>
          <p:cNvSpPr txBox="1"/>
          <p:nvPr/>
        </p:nvSpPr>
        <p:spPr>
          <a:xfrm>
            <a:off x="6210853" y="1420091"/>
            <a:ext cx="81256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600" b="1" dirty="0">
                <a:solidFill>
                  <a:srgbClr val="0B4280"/>
                </a:solidFill>
              </a:rPr>
              <a:t>Object </a:t>
            </a:r>
            <a:r>
              <a:rPr lang="tr-TR" sz="3600" b="1" dirty="0" err="1">
                <a:solidFill>
                  <a:srgbClr val="0B4280"/>
                </a:solidFill>
              </a:rPr>
              <a:t>Detection</a:t>
            </a:r>
            <a:endParaRPr lang="tr-TR" sz="3600" b="1" dirty="0">
              <a:solidFill>
                <a:srgbClr val="0B4280"/>
              </a:solidFill>
            </a:endParaRP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A8C4D27A-6790-6D38-C3C9-E9095B2664E1}"/>
              </a:ext>
            </a:extLst>
          </p:cNvPr>
          <p:cNvSpPr txBox="1"/>
          <p:nvPr/>
        </p:nvSpPr>
        <p:spPr>
          <a:xfrm>
            <a:off x="11401137" y="1334900"/>
            <a:ext cx="82365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600" b="1" dirty="0">
                <a:solidFill>
                  <a:srgbClr val="0B4280"/>
                </a:solidFill>
              </a:rPr>
              <a:t>Object </a:t>
            </a:r>
            <a:r>
              <a:rPr lang="tr-TR" sz="3600" b="1" dirty="0" err="1">
                <a:solidFill>
                  <a:srgbClr val="0B4280"/>
                </a:solidFill>
              </a:rPr>
              <a:t>Segmentation</a:t>
            </a:r>
            <a:endParaRPr lang="tr-TR" sz="3600" b="1" dirty="0">
              <a:solidFill>
                <a:srgbClr val="0B428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20FCF686-D07F-46CB-0253-0CB297C3C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5817" y="55160"/>
            <a:ext cx="3196198" cy="36614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Dikdörtgen 3">
            <a:extLst>
              <a:ext uri="{FF2B5EF4-FFF2-40B4-BE49-F238E27FC236}">
                <a16:creationId xmlns:a16="http://schemas.microsoft.com/office/drawing/2014/main" id="{C2C8D8A8-20FC-56A3-B6B1-A0049895FC91}"/>
              </a:ext>
            </a:extLst>
          </p:cNvPr>
          <p:cNvSpPr/>
          <p:nvPr/>
        </p:nvSpPr>
        <p:spPr>
          <a:xfrm>
            <a:off x="10642600" y="228600"/>
            <a:ext cx="5181600" cy="1905000"/>
          </a:xfrm>
          <a:prstGeom prst="rect">
            <a:avLst/>
          </a:prstGeom>
          <a:solidFill>
            <a:srgbClr val="1C5DA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161EEA77-A061-7B2F-BA80-6C42D3085E28}"/>
              </a:ext>
            </a:extLst>
          </p:cNvPr>
          <p:cNvSpPr txBox="1"/>
          <p:nvPr/>
        </p:nvSpPr>
        <p:spPr>
          <a:xfrm>
            <a:off x="10642600" y="381000"/>
            <a:ext cx="5181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/>
              <a:t>CPU yerine GPU kullanmak için önce NVIDIA CUDA sürücüleri kurulur. Ardından sanal ortama (</a:t>
            </a:r>
            <a:r>
              <a:rPr lang="tr-TR" sz="2000" b="1" dirty="0" err="1"/>
              <a:t>venv</a:t>
            </a:r>
            <a:r>
              <a:rPr lang="tr-TR" sz="2000" b="1" dirty="0"/>
              <a:t>) CUDA destekli </a:t>
            </a:r>
            <a:r>
              <a:rPr lang="tr-TR" sz="2000" b="1" dirty="0" err="1"/>
              <a:t>PyTorch</a:t>
            </a:r>
            <a:r>
              <a:rPr lang="tr-TR" sz="2000" b="1" dirty="0"/>
              <a:t> yüklenir. Son olarak kodda GPU (CUDA) seçilerek model GPU üzerinde çalıştırılır</a:t>
            </a:r>
            <a:r>
              <a:rPr lang="tr-TR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C3B99D46-94FC-B1B5-20A1-41AF23038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00" y="1676400"/>
            <a:ext cx="7364932" cy="35202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44</Words>
  <Application>Microsoft Office PowerPoint</Application>
  <PresentationFormat>Özel</PresentationFormat>
  <Paragraphs>5</Paragraphs>
  <Slides>14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yaren çelik</cp:lastModifiedBy>
  <cp:revision>3</cp:revision>
  <dcterms:created xsi:type="dcterms:W3CDTF">2006-08-16T00:00:00Z</dcterms:created>
  <dcterms:modified xsi:type="dcterms:W3CDTF">2026-07-03T14:01:53Z</dcterms:modified>
</cp:coreProperties>
</file>