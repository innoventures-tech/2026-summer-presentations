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3" r:id="rId4"/>
    <p:sldId id="258" r:id="rId5"/>
    <p:sldId id="259" r:id="rId6"/>
    <p:sldId id="260" r:id="rId7"/>
    <p:sldId id="261" r:id="rId8"/>
    <p:sldId id="262"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8" d="100"/>
          <a:sy n="88" d="100"/>
        </p:scale>
        <p:origin x="494"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100350-26C5-4F10-A685-E496EEDC0CB8}"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tr-TR"/>
        </a:p>
      </dgm:t>
    </dgm:pt>
    <dgm:pt modelId="{0800A9EF-D567-4423-A178-C201CF2B8354}">
      <dgm:prSet/>
      <dgm:spPr/>
      <dgm:t>
        <a:bodyPr/>
        <a:lstStyle/>
        <a:p>
          <a:pPr rtl="0"/>
          <a:r>
            <a:rPr lang="tr-TR" dirty="0" smtClean="0"/>
            <a:t>DIFFERENT OUTPUT</a:t>
          </a:r>
          <a:endParaRPr lang="tr-TR" dirty="0"/>
        </a:p>
      </dgm:t>
    </dgm:pt>
    <dgm:pt modelId="{3D430219-2EBC-43F2-9B9B-11FD25040B17}" type="parTrans" cxnId="{80A70D32-5D0D-4C18-B6C0-EC7D0D177779}">
      <dgm:prSet/>
      <dgm:spPr/>
      <dgm:t>
        <a:bodyPr/>
        <a:lstStyle/>
        <a:p>
          <a:endParaRPr lang="tr-TR"/>
        </a:p>
      </dgm:t>
    </dgm:pt>
    <dgm:pt modelId="{91B43D64-079F-4937-9525-CCCC69B43D3F}" type="sibTrans" cxnId="{80A70D32-5D0D-4C18-B6C0-EC7D0D177779}">
      <dgm:prSet/>
      <dgm:spPr/>
      <dgm:t>
        <a:bodyPr/>
        <a:lstStyle/>
        <a:p>
          <a:endParaRPr lang="tr-TR"/>
        </a:p>
      </dgm:t>
    </dgm:pt>
    <dgm:pt modelId="{C969E1B8-AC6D-49E0-ADC3-4BA1DCE129B0}">
      <dgm:prSet/>
      <dgm:spPr/>
      <dgm:t>
        <a:bodyPr/>
        <a:lstStyle/>
        <a:p>
          <a:pPr rtl="0"/>
          <a:r>
            <a:rPr lang="tr-TR" dirty="0" smtClean="0"/>
            <a:t>SAME OUTPUT</a:t>
          </a:r>
          <a:endParaRPr lang="tr-TR" dirty="0"/>
        </a:p>
      </dgm:t>
    </dgm:pt>
    <dgm:pt modelId="{356D4D82-4070-4E1E-B387-48E0E8874586}" type="parTrans" cxnId="{AC47EC9A-73A6-422C-904D-A4F54F7BA67B}">
      <dgm:prSet/>
      <dgm:spPr/>
      <dgm:t>
        <a:bodyPr/>
        <a:lstStyle/>
        <a:p>
          <a:endParaRPr lang="tr-TR"/>
        </a:p>
      </dgm:t>
    </dgm:pt>
    <dgm:pt modelId="{528B5742-E496-47E9-ABFD-C5970938B218}" type="sibTrans" cxnId="{AC47EC9A-73A6-422C-904D-A4F54F7BA67B}">
      <dgm:prSet/>
      <dgm:spPr/>
      <dgm:t>
        <a:bodyPr/>
        <a:lstStyle/>
        <a:p>
          <a:endParaRPr lang="tr-TR"/>
        </a:p>
      </dgm:t>
    </dgm:pt>
    <dgm:pt modelId="{801173B8-368C-4876-B3CA-3C2BB9C835D1}">
      <dgm:prSet custT="1"/>
      <dgm:spPr/>
      <dgm:t>
        <a:bodyPr/>
        <a:lstStyle/>
        <a:p>
          <a:pPr rtl="0"/>
          <a:r>
            <a:rPr lang="tr-TR" sz="2500" b="1" i="0" dirty="0" smtClean="0"/>
            <a:t>DRANK OUTPUT=[1,0,2,1,0,0]</a:t>
          </a:r>
          <a:endParaRPr lang="tr-TR" sz="2500" dirty="0"/>
        </a:p>
      </dgm:t>
    </dgm:pt>
    <dgm:pt modelId="{3C5F03CC-9E94-421A-992D-A57B44B34973}" type="parTrans" cxnId="{0295289D-0A79-4094-808D-0488D688AC88}">
      <dgm:prSet/>
      <dgm:spPr/>
      <dgm:t>
        <a:bodyPr/>
        <a:lstStyle/>
        <a:p>
          <a:endParaRPr lang="tr-TR"/>
        </a:p>
      </dgm:t>
    </dgm:pt>
    <dgm:pt modelId="{C469F86B-5C2F-4E77-8534-EE4A640ADF4C}" type="sibTrans" cxnId="{0295289D-0A79-4094-808D-0488D688AC88}">
      <dgm:prSet/>
      <dgm:spPr/>
      <dgm:t>
        <a:bodyPr/>
        <a:lstStyle/>
        <a:p>
          <a:endParaRPr lang="tr-TR"/>
        </a:p>
      </dgm:t>
    </dgm:pt>
    <dgm:pt modelId="{15DC1A98-6015-4443-A242-0F5CFC00A5C4}">
      <dgm:prSet custT="1"/>
      <dgm:spPr/>
      <dgm:t>
        <a:bodyPr/>
        <a:lstStyle/>
        <a:p>
          <a:pPr rtl="0"/>
          <a:r>
            <a:rPr lang="tr-TR" sz="2500" b="1" i="0" dirty="0" smtClean="0"/>
            <a:t>FOOD OUTPUT  =[0,0,0,0,1,0]</a:t>
          </a:r>
          <a:endParaRPr lang="tr-TR" sz="2500" dirty="0"/>
        </a:p>
      </dgm:t>
    </dgm:pt>
    <dgm:pt modelId="{E11FDF3C-900C-4240-BD12-0D9F3B5414BB}" type="parTrans" cxnId="{52F25156-C052-4703-A206-34D1FF03390E}">
      <dgm:prSet/>
      <dgm:spPr/>
      <dgm:t>
        <a:bodyPr/>
        <a:lstStyle/>
        <a:p>
          <a:endParaRPr lang="tr-TR"/>
        </a:p>
      </dgm:t>
    </dgm:pt>
    <dgm:pt modelId="{49CA31CA-8AC4-42F8-BA29-90FE649D1190}" type="sibTrans" cxnId="{52F25156-C052-4703-A206-34D1FF03390E}">
      <dgm:prSet/>
      <dgm:spPr/>
      <dgm:t>
        <a:bodyPr/>
        <a:lstStyle/>
        <a:p>
          <a:endParaRPr lang="tr-TR"/>
        </a:p>
      </dgm:t>
    </dgm:pt>
    <dgm:pt modelId="{505CE2E1-A232-4E67-B059-6FA4AA870857}">
      <dgm:prSet custT="1"/>
      <dgm:spPr/>
      <dgm:t>
        <a:bodyPr/>
        <a:lstStyle/>
        <a:p>
          <a:pPr rtl="0"/>
          <a:r>
            <a:rPr lang="tr-TR" sz="2500" b="1" dirty="0" smtClean="0"/>
            <a:t>MILK OUTPUT    =[1,2,0,1,0,0]</a:t>
          </a:r>
          <a:endParaRPr lang="tr-TR" sz="2500" b="1" dirty="0"/>
        </a:p>
      </dgm:t>
    </dgm:pt>
    <dgm:pt modelId="{0EDF144C-B7C4-439F-9FD1-9B2627959816}" type="parTrans" cxnId="{97FBA24E-44AB-457D-8FA5-933B64480E1E}">
      <dgm:prSet/>
      <dgm:spPr/>
      <dgm:t>
        <a:bodyPr/>
        <a:lstStyle/>
        <a:p>
          <a:endParaRPr lang="tr-TR"/>
        </a:p>
      </dgm:t>
    </dgm:pt>
    <dgm:pt modelId="{507F48A5-F1AB-415F-9935-84EC3FC2357F}" type="sibTrans" cxnId="{97FBA24E-44AB-457D-8FA5-933B64480E1E}">
      <dgm:prSet/>
      <dgm:spPr/>
      <dgm:t>
        <a:bodyPr/>
        <a:lstStyle/>
        <a:p>
          <a:endParaRPr lang="tr-TR"/>
        </a:p>
      </dgm:t>
    </dgm:pt>
    <dgm:pt modelId="{C1977C18-0A30-4ED1-8B20-0A73EFC54A48}">
      <dgm:prSet custT="1"/>
      <dgm:spPr/>
      <dgm:t>
        <a:bodyPr/>
        <a:lstStyle/>
        <a:p>
          <a:pPr rtl="0"/>
          <a:r>
            <a:rPr lang="tr-TR" sz="2500" b="1" dirty="0" smtClean="0"/>
            <a:t>DRANK OUTPUT=[1,0,2,1,0,0]</a:t>
          </a:r>
          <a:endParaRPr lang="tr-TR" sz="2500" b="1" dirty="0"/>
        </a:p>
      </dgm:t>
    </dgm:pt>
    <dgm:pt modelId="{3FA77B2B-882D-4060-91C6-D0EDB4814936}" type="parTrans" cxnId="{AC8F7053-EE54-4BD9-A1C5-0FE3ED928416}">
      <dgm:prSet/>
      <dgm:spPr/>
      <dgm:t>
        <a:bodyPr/>
        <a:lstStyle/>
        <a:p>
          <a:endParaRPr lang="tr-TR"/>
        </a:p>
      </dgm:t>
    </dgm:pt>
    <dgm:pt modelId="{0D418656-7255-4AA6-AC77-E1F385CB35AC}" type="sibTrans" cxnId="{AC8F7053-EE54-4BD9-A1C5-0FE3ED928416}">
      <dgm:prSet/>
      <dgm:spPr/>
      <dgm:t>
        <a:bodyPr/>
        <a:lstStyle/>
        <a:p>
          <a:endParaRPr lang="tr-TR"/>
        </a:p>
      </dgm:t>
    </dgm:pt>
    <dgm:pt modelId="{2B063774-0502-4D91-8EC5-AA5BCF28547B}" type="pres">
      <dgm:prSet presAssocID="{3A100350-26C5-4F10-A685-E496EEDC0CB8}" presName="linearFlow" presStyleCnt="0">
        <dgm:presLayoutVars>
          <dgm:dir/>
          <dgm:animLvl val="lvl"/>
          <dgm:resizeHandles val="exact"/>
        </dgm:presLayoutVars>
      </dgm:prSet>
      <dgm:spPr/>
    </dgm:pt>
    <dgm:pt modelId="{2E636B98-8696-46E1-ABB8-7CF4FCA18E46}" type="pres">
      <dgm:prSet presAssocID="{0800A9EF-D567-4423-A178-C201CF2B8354}" presName="composite" presStyleCnt="0"/>
      <dgm:spPr/>
    </dgm:pt>
    <dgm:pt modelId="{4C6F075C-3444-48ED-847C-9C849BC420EA}" type="pres">
      <dgm:prSet presAssocID="{0800A9EF-D567-4423-A178-C201CF2B8354}" presName="parentText" presStyleLbl="alignNode1" presStyleIdx="0" presStyleCnt="2">
        <dgm:presLayoutVars>
          <dgm:chMax val="1"/>
          <dgm:bulletEnabled val="1"/>
        </dgm:presLayoutVars>
      </dgm:prSet>
      <dgm:spPr/>
      <dgm:t>
        <a:bodyPr/>
        <a:lstStyle/>
        <a:p>
          <a:endParaRPr lang="tr-TR"/>
        </a:p>
      </dgm:t>
    </dgm:pt>
    <dgm:pt modelId="{802882E9-3E75-4E06-9341-180E0D3E87B1}" type="pres">
      <dgm:prSet presAssocID="{0800A9EF-D567-4423-A178-C201CF2B8354}" presName="descendantText" presStyleLbl="alignAcc1" presStyleIdx="0" presStyleCnt="2">
        <dgm:presLayoutVars>
          <dgm:bulletEnabled val="1"/>
        </dgm:presLayoutVars>
      </dgm:prSet>
      <dgm:spPr/>
      <dgm:t>
        <a:bodyPr/>
        <a:lstStyle/>
        <a:p>
          <a:endParaRPr lang="tr-TR"/>
        </a:p>
      </dgm:t>
    </dgm:pt>
    <dgm:pt modelId="{E1E944B4-DF0F-485D-A66D-44D4A8959640}" type="pres">
      <dgm:prSet presAssocID="{91B43D64-079F-4937-9525-CCCC69B43D3F}" presName="sp" presStyleCnt="0"/>
      <dgm:spPr/>
    </dgm:pt>
    <dgm:pt modelId="{FC472577-D628-4F66-9A82-E63D258E8A48}" type="pres">
      <dgm:prSet presAssocID="{C969E1B8-AC6D-49E0-ADC3-4BA1DCE129B0}" presName="composite" presStyleCnt="0"/>
      <dgm:spPr/>
    </dgm:pt>
    <dgm:pt modelId="{5481E0B2-33C7-42E1-8CD0-D345796CA04C}" type="pres">
      <dgm:prSet presAssocID="{C969E1B8-AC6D-49E0-ADC3-4BA1DCE129B0}" presName="parentText" presStyleLbl="alignNode1" presStyleIdx="1" presStyleCnt="2">
        <dgm:presLayoutVars>
          <dgm:chMax val="1"/>
          <dgm:bulletEnabled val="1"/>
        </dgm:presLayoutVars>
      </dgm:prSet>
      <dgm:spPr/>
      <dgm:t>
        <a:bodyPr/>
        <a:lstStyle/>
        <a:p>
          <a:endParaRPr lang="tr-TR"/>
        </a:p>
      </dgm:t>
    </dgm:pt>
    <dgm:pt modelId="{3E6DD2A3-D3EA-4270-953C-29303C11CED7}" type="pres">
      <dgm:prSet presAssocID="{C969E1B8-AC6D-49E0-ADC3-4BA1DCE129B0}" presName="descendantText" presStyleLbl="alignAcc1" presStyleIdx="1" presStyleCnt="2">
        <dgm:presLayoutVars>
          <dgm:bulletEnabled val="1"/>
        </dgm:presLayoutVars>
      </dgm:prSet>
      <dgm:spPr/>
      <dgm:t>
        <a:bodyPr/>
        <a:lstStyle/>
        <a:p>
          <a:endParaRPr lang="tr-TR"/>
        </a:p>
      </dgm:t>
    </dgm:pt>
  </dgm:ptLst>
  <dgm:cxnLst>
    <dgm:cxn modelId="{97FBA24E-44AB-457D-8FA5-933B64480E1E}" srcId="{C969E1B8-AC6D-49E0-ADC3-4BA1DCE129B0}" destId="{505CE2E1-A232-4E67-B059-6FA4AA870857}" srcOrd="0" destOrd="0" parTransId="{0EDF144C-B7C4-439F-9FD1-9B2627959816}" sibTransId="{507F48A5-F1AB-415F-9935-84EC3FC2357F}"/>
    <dgm:cxn modelId="{674BA465-6095-483A-85DA-AA99ABDDF341}" type="presOf" srcId="{505CE2E1-A232-4E67-B059-6FA4AA870857}" destId="{3E6DD2A3-D3EA-4270-953C-29303C11CED7}" srcOrd="0" destOrd="0" presId="urn:microsoft.com/office/officeart/2005/8/layout/chevron2"/>
    <dgm:cxn modelId="{D774F4C2-A3E2-43A7-A842-A8172B0FFAFF}" type="presOf" srcId="{0800A9EF-D567-4423-A178-C201CF2B8354}" destId="{4C6F075C-3444-48ED-847C-9C849BC420EA}" srcOrd="0" destOrd="0" presId="urn:microsoft.com/office/officeart/2005/8/layout/chevron2"/>
    <dgm:cxn modelId="{AC8F7053-EE54-4BD9-A1C5-0FE3ED928416}" srcId="{C969E1B8-AC6D-49E0-ADC3-4BA1DCE129B0}" destId="{C1977C18-0A30-4ED1-8B20-0A73EFC54A48}" srcOrd="1" destOrd="0" parTransId="{3FA77B2B-882D-4060-91C6-D0EDB4814936}" sibTransId="{0D418656-7255-4AA6-AC77-E1F385CB35AC}"/>
    <dgm:cxn modelId="{AC47EC9A-73A6-422C-904D-A4F54F7BA67B}" srcId="{3A100350-26C5-4F10-A685-E496EEDC0CB8}" destId="{C969E1B8-AC6D-49E0-ADC3-4BA1DCE129B0}" srcOrd="1" destOrd="0" parTransId="{356D4D82-4070-4E1E-B387-48E0E8874586}" sibTransId="{528B5742-E496-47E9-ABFD-C5970938B218}"/>
    <dgm:cxn modelId="{52F25156-C052-4703-A206-34D1FF03390E}" srcId="{0800A9EF-D567-4423-A178-C201CF2B8354}" destId="{15DC1A98-6015-4443-A242-0F5CFC00A5C4}" srcOrd="1" destOrd="0" parTransId="{E11FDF3C-900C-4240-BD12-0D9F3B5414BB}" sibTransId="{49CA31CA-8AC4-42F8-BA29-90FE649D1190}"/>
    <dgm:cxn modelId="{F9122CEA-D2D0-45C0-8831-5ADDB4BBDB6E}" type="presOf" srcId="{15DC1A98-6015-4443-A242-0F5CFC00A5C4}" destId="{802882E9-3E75-4E06-9341-180E0D3E87B1}" srcOrd="0" destOrd="1" presId="urn:microsoft.com/office/officeart/2005/8/layout/chevron2"/>
    <dgm:cxn modelId="{0F34C317-0FC1-4EC0-8C1F-B9AE0F92DB14}" type="presOf" srcId="{C969E1B8-AC6D-49E0-ADC3-4BA1DCE129B0}" destId="{5481E0B2-33C7-42E1-8CD0-D345796CA04C}" srcOrd="0" destOrd="0" presId="urn:microsoft.com/office/officeart/2005/8/layout/chevron2"/>
    <dgm:cxn modelId="{80A70D32-5D0D-4C18-B6C0-EC7D0D177779}" srcId="{3A100350-26C5-4F10-A685-E496EEDC0CB8}" destId="{0800A9EF-D567-4423-A178-C201CF2B8354}" srcOrd="0" destOrd="0" parTransId="{3D430219-2EBC-43F2-9B9B-11FD25040B17}" sibTransId="{91B43D64-079F-4937-9525-CCCC69B43D3F}"/>
    <dgm:cxn modelId="{8BD469C9-F467-4BF5-B676-2AB2343D52B7}" type="presOf" srcId="{C1977C18-0A30-4ED1-8B20-0A73EFC54A48}" destId="{3E6DD2A3-D3EA-4270-953C-29303C11CED7}" srcOrd="0" destOrd="1" presId="urn:microsoft.com/office/officeart/2005/8/layout/chevron2"/>
    <dgm:cxn modelId="{0295289D-0A79-4094-808D-0488D688AC88}" srcId="{0800A9EF-D567-4423-A178-C201CF2B8354}" destId="{801173B8-368C-4876-B3CA-3C2BB9C835D1}" srcOrd="0" destOrd="0" parTransId="{3C5F03CC-9E94-421A-992D-A57B44B34973}" sibTransId="{C469F86B-5C2F-4E77-8534-EE4A640ADF4C}"/>
    <dgm:cxn modelId="{5B510C3F-0542-4AF2-8E95-4840FCA4834E}" type="presOf" srcId="{3A100350-26C5-4F10-A685-E496EEDC0CB8}" destId="{2B063774-0502-4D91-8EC5-AA5BCF28547B}" srcOrd="0" destOrd="0" presId="urn:microsoft.com/office/officeart/2005/8/layout/chevron2"/>
    <dgm:cxn modelId="{08602199-534A-4746-96F3-1561413A41FD}" type="presOf" srcId="{801173B8-368C-4876-B3CA-3C2BB9C835D1}" destId="{802882E9-3E75-4E06-9341-180E0D3E87B1}" srcOrd="0" destOrd="0" presId="urn:microsoft.com/office/officeart/2005/8/layout/chevron2"/>
    <dgm:cxn modelId="{FBF046E0-CEA5-42F9-99ED-BAB5AA9B9AF5}" type="presParOf" srcId="{2B063774-0502-4D91-8EC5-AA5BCF28547B}" destId="{2E636B98-8696-46E1-ABB8-7CF4FCA18E46}" srcOrd="0" destOrd="0" presId="urn:microsoft.com/office/officeart/2005/8/layout/chevron2"/>
    <dgm:cxn modelId="{D49F1061-77EC-4266-9A86-0A614FFE24BD}" type="presParOf" srcId="{2E636B98-8696-46E1-ABB8-7CF4FCA18E46}" destId="{4C6F075C-3444-48ED-847C-9C849BC420EA}" srcOrd="0" destOrd="0" presId="urn:microsoft.com/office/officeart/2005/8/layout/chevron2"/>
    <dgm:cxn modelId="{D699A1B8-73C2-4759-A6BB-6B8B3386F012}" type="presParOf" srcId="{2E636B98-8696-46E1-ABB8-7CF4FCA18E46}" destId="{802882E9-3E75-4E06-9341-180E0D3E87B1}" srcOrd="1" destOrd="0" presId="urn:microsoft.com/office/officeart/2005/8/layout/chevron2"/>
    <dgm:cxn modelId="{7FF4A2FA-FD99-4D4E-A928-C850F4AD4E7B}" type="presParOf" srcId="{2B063774-0502-4D91-8EC5-AA5BCF28547B}" destId="{E1E944B4-DF0F-485D-A66D-44D4A8959640}" srcOrd="1" destOrd="0" presId="urn:microsoft.com/office/officeart/2005/8/layout/chevron2"/>
    <dgm:cxn modelId="{DC7F01E0-0E9F-4FD9-B4DA-83DD5D8C4FBF}" type="presParOf" srcId="{2B063774-0502-4D91-8EC5-AA5BCF28547B}" destId="{FC472577-D628-4F66-9A82-E63D258E8A48}" srcOrd="2" destOrd="0" presId="urn:microsoft.com/office/officeart/2005/8/layout/chevron2"/>
    <dgm:cxn modelId="{D3019749-0540-4D91-B0EA-2304D8DBC539}" type="presParOf" srcId="{FC472577-D628-4F66-9A82-E63D258E8A48}" destId="{5481E0B2-33C7-42E1-8CD0-D345796CA04C}" srcOrd="0" destOrd="0" presId="urn:microsoft.com/office/officeart/2005/8/layout/chevron2"/>
    <dgm:cxn modelId="{CAC945AC-BD83-4478-BF94-148408CCF600}" type="presParOf" srcId="{FC472577-D628-4F66-9A82-E63D258E8A48}" destId="{3E6DD2A3-D3EA-4270-953C-29303C11CED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6F075C-3444-48ED-847C-9C849BC420EA}">
      <dsp:nvSpPr>
        <dsp:cNvPr id="0" name=""/>
        <dsp:cNvSpPr/>
      </dsp:nvSpPr>
      <dsp:spPr>
        <a:xfrm rot="5400000">
          <a:off x="-337810" y="340384"/>
          <a:ext cx="2252067" cy="1576446"/>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rtl="0">
            <a:lnSpc>
              <a:spcPct val="90000"/>
            </a:lnSpc>
            <a:spcBef>
              <a:spcPct val="0"/>
            </a:spcBef>
            <a:spcAft>
              <a:spcPct val="35000"/>
            </a:spcAft>
          </a:pPr>
          <a:r>
            <a:rPr lang="tr-TR" sz="2300" kern="1200" dirty="0" smtClean="0"/>
            <a:t>DIFFERENT OUTPUT</a:t>
          </a:r>
          <a:endParaRPr lang="tr-TR" sz="2300" kern="1200" dirty="0"/>
        </a:p>
      </dsp:txBody>
      <dsp:txXfrm rot="-5400000">
        <a:off x="1" y="790796"/>
        <a:ext cx="1576446" cy="675621"/>
      </dsp:txXfrm>
    </dsp:sp>
    <dsp:sp modelId="{802882E9-3E75-4E06-9341-180E0D3E87B1}">
      <dsp:nvSpPr>
        <dsp:cNvPr id="0" name=""/>
        <dsp:cNvSpPr/>
      </dsp:nvSpPr>
      <dsp:spPr>
        <a:xfrm rot="5400000">
          <a:off x="4915684" y="-3336663"/>
          <a:ext cx="1463843" cy="8142319"/>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rtl="0">
            <a:lnSpc>
              <a:spcPct val="90000"/>
            </a:lnSpc>
            <a:spcBef>
              <a:spcPct val="0"/>
            </a:spcBef>
            <a:spcAft>
              <a:spcPct val="15000"/>
            </a:spcAft>
            <a:buChar char="••"/>
          </a:pPr>
          <a:r>
            <a:rPr lang="tr-TR" sz="2500" b="1" i="0" kern="1200" dirty="0" smtClean="0"/>
            <a:t>DRANK OUTPUT=[1,0,2,1,0,0]</a:t>
          </a:r>
          <a:endParaRPr lang="tr-TR" sz="2500" kern="1200" dirty="0"/>
        </a:p>
        <a:p>
          <a:pPr marL="228600" lvl="1" indent="-228600" algn="l" defTabSz="1111250" rtl="0">
            <a:lnSpc>
              <a:spcPct val="90000"/>
            </a:lnSpc>
            <a:spcBef>
              <a:spcPct val="0"/>
            </a:spcBef>
            <a:spcAft>
              <a:spcPct val="15000"/>
            </a:spcAft>
            <a:buChar char="••"/>
          </a:pPr>
          <a:r>
            <a:rPr lang="tr-TR" sz="2500" b="1" i="0" kern="1200" dirty="0" smtClean="0"/>
            <a:t>FOOD OUTPUT  =[0,0,0,0,1,0]</a:t>
          </a:r>
          <a:endParaRPr lang="tr-TR" sz="2500" kern="1200" dirty="0"/>
        </a:p>
      </dsp:txBody>
      <dsp:txXfrm rot="-5400000">
        <a:off x="1576447" y="74033"/>
        <a:ext cx="8070860" cy="1320925"/>
      </dsp:txXfrm>
    </dsp:sp>
    <dsp:sp modelId="{5481E0B2-33C7-42E1-8CD0-D345796CA04C}">
      <dsp:nvSpPr>
        <dsp:cNvPr id="0" name=""/>
        <dsp:cNvSpPr/>
      </dsp:nvSpPr>
      <dsp:spPr>
        <a:xfrm rot="5400000">
          <a:off x="-337810" y="2306825"/>
          <a:ext cx="2252067" cy="1576446"/>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rtl="0">
            <a:lnSpc>
              <a:spcPct val="90000"/>
            </a:lnSpc>
            <a:spcBef>
              <a:spcPct val="0"/>
            </a:spcBef>
            <a:spcAft>
              <a:spcPct val="35000"/>
            </a:spcAft>
          </a:pPr>
          <a:r>
            <a:rPr lang="tr-TR" sz="2300" kern="1200" dirty="0" smtClean="0"/>
            <a:t>SAME OUTPUT</a:t>
          </a:r>
          <a:endParaRPr lang="tr-TR" sz="2300" kern="1200" dirty="0"/>
        </a:p>
      </dsp:txBody>
      <dsp:txXfrm rot="-5400000">
        <a:off x="1" y="2757237"/>
        <a:ext cx="1576446" cy="675621"/>
      </dsp:txXfrm>
    </dsp:sp>
    <dsp:sp modelId="{3E6DD2A3-D3EA-4270-953C-29303C11CED7}">
      <dsp:nvSpPr>
        <dsp:cNvPr id="0" name=""/>
        <dsp:cNvSpPr/>
      </dsp:nvSpPr>
      <dsp:spPr>
        <a:xfrm rot="5400000">
          <a:off x="4915684" y="-1370222"/>
          <a:ext cx="1463843" cy="8142319"/>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rtl="0">
            <a:lnSpc>
              <a:spcPct val="90000"/>
            </a:lnSpc>
            <a:spcBef>
              <a:spcPct val="0"/>
            </a:spcBef>
            <a:spcAft>
              <a:spcPct val="15000"/>
            </a:spcAft>
            <a:buChar char="••"/>
          </a:pPr>
          <a:r>
            <a:rPr lang="tr-TR" sz="2500" b="1" kern="1200" dirty="0" smtClean="0"/>
            <a:t>MILK OUTPUT    =[1,2,0,1,0,0]</a:t>
          </a:r>
          <a:endParaRPr lang="tr-TR" sz="2500" b="1" kern="1200" dirty="0"/>
        </a:p>
        <a:p>
          <a:pPr marL="228600" lvl="1" indent="-228600" algn="l" defTabSz="1111250" rtl="0">
            <a:lnSpc>
              <a:spcPct val="90000"/>
            </a:lnSpc>
            <a:spcBef>
              <a:spcPct val="0"/>
            </a:spcBef>
            <a:spcAft>
              <a:spcPct val="15000"/>
            </a:spcAft>
            <a:buChar char="••"/>
          </a:pPr>
          <a:r>
            <a:rPr lang="tr-TR" sz="2500" b="1" kern="1200" dirty="0" smtClean="0"/>
            <a:t>DRANK OUTPUT=[1,0,2,1,0,0]</a:t>
          </a:r>
          <a:endParaRPr lang="tr-TR" sz="2500" b="1" kern="1200" dirty="0"/>
        </a:p>
      </dsp:txBody>
      <dsp:txXfrm rot="-5400000">
        <a:off x="1576447" y="2040474"/>
        <a:ext cx="8070860" cy="132092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tr-TR" smtClean="0"/>
              <a:t>Asıl başlık stili için tıklatın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9796027F-7875-4030-9381-8BD8C4F21935}"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tr-TR" smtClean="0"/>
              <a:t>Asıl başlık stili için tıklatın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7" name="Date Placeholder 4"/>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509A250-FF31-4206-8172-F9D3106AACB1}"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509A250-FF31-4206-8172-F9D3106AACB1}" type="datetimeFigureOut">
              <a:rPr lang="en-US" dirty="0"/>
              <a:t>7/27/2026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tr-TR" smtClean="0"/>
              <a:t>Asıl başlık stili için tıklatın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tr-TR" smtClean="0"/>
              <a:t>Asıl başlık stili için tıklatın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tr-TR" smtClean="0"/>
              <a:t>Asıl metin stillerini düzenlemek için tıklatın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smtClean="0"/>
              <a:t>Asıl başlık stili için tıklatın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tr-TR" smtClean="0"/>
              <a:t>Asıl başlık stili için tıklatın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nchor="t" anchorCtr="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7/27/2026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smtClean="0"/>
              <a:t>TOKEN EMBEDDING	</a:t>
            </a:r>
            <a:endParaRPr lang="tr-TR" dirty="0"/>
          </a:p>
        </p:txBody>
      </p:sp>
      <p:sp>
        <p:nvSpPr>
          <p:cNvPr id="3" name="Alt Başlık 2"/>
          <p:cNvSpPr>
            <a:spLocks noGrp="1"/>
          </p:cNvSpPr>
          <p:nvPr>
            <p:ph type="subTitle" idx="1"/>
          </p:nvPr>
        </p:nvSpPr>
        <p:spPr/>
        <p:txBody>
          <a:bodyPr/>
          <a:lstStyle/>
          <a:p>
            <a:r>
              <a:rPr lang="tr-TR" dirty="0" smtClean="0"/>
              <a:t>YASEMİN KUŞ</a:t>
            </a:r>
            <a:endParaRPr lang="tr-TR" dirty="0"/>
          </a:p>
        </p:txBody>
      </p:sp>
    </p:spTree>
    <p:extLst>
      <p:ext uri="{BB962C8B-B14F-4D97-AF65-F5344CB8AC3E}">
        <p14:creationId xmlns:p14="http://schemas.microsoft.com/office/powerpoint/2010/main" val="1213207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265194" y="800513"/>
            <a:ext cx="8804396" cy="2024384"/>
          </a:xfrm>
        </p:spPr>
        <p:txBody>
          <a:bodyPr>
            <a:normAutofit/>
          </a:bodyPr>
          <a:lstStyle/>
          <a:p>
            <a:r>
              <a:rPr lang="en-US" sz="4000" dirty="0"/>
              <a:t>In the tokenization section, we divided our words into tokens and ID numbers.</a:t>
            </a:r>
            <a:endParaRPr lang="tr-TR" sz="4000" dirty="0"/>
          </a:p>
        </p:txBody>
      </p:sp>
      <p:sp>
        <p:nvSpPr>
          <p:cNvPr id="6" name="Metin kutusu 5"/>
          <p:cNvSpPr txBox="1"/>
          <p:nvPr/>
        </p:nvSpPr>
        <p:spPr>
          <a:xfrm>
            <a:off x="931817" y="3231425"/>
            <a:ext cx="10328366" cy="646331"/>
          </a:xfrm>
          <a:prstGeom prst="rect">
            <a:avLst/>
          </a:prstGeom>
          <a:noFill/>
        </p:spPr>
        <p:txBody>
          <a:bodyPr wrap="square" rtlCol="0">
            <a:spAutoFit/>
          </a:bodyPr>
          <a:lstStyle/>
          <a:p>
            <a:r>
              <a:rPr lang="tr-TR" sz="3600" dirty="0" smtClean="0"/>
              <a:t>C</a:t>
            </a:r>
            <a:r>
              <a:rPr lang="en-US" sz="3600" dirty="0" smtClean="0"/>
              <a:t>at </a:t>
            </a:r>
            <a:r>
              <a:rPr lang="en-US" sz="3600" dirty="0"/>
              <a:t>drank </a:t>
            </a:r>
            <a:r>
              <a:rPr lang="en-US" sz="3600" dirty="0" smtClean="0"/>
              <a:t>milk.</a:t>
            </a:r>
            <a:r>
              <a:rPr lang="tr-TR" sz="3600" dirty="0" smtClean="0"/>
              <a:t>D</a:t>
            </a:r>
            <a:r>
              <a:rPr lang="en-US" sz="3600" dirty="0" err="1" smtClean="0"/>
              <a:t>og</a:t>
            </a:r>
            <a:r>
              <a:rPr lang="en-US" sz="3600" dirty="0" smtClean="0"/>
              <a:t> </a:t>
            </a:r>
            <a:r>
              <a:rPr lang="en-US" sz="3600" dirty="0"/>
              <a:t>drank </a:t>
            </a:r>
            <a:r>
              <a:rPr lang="en-US" sz="3600" dirty="0" smtClean="0"/>
              <a:t>milk.</a:t>
            </a:r>
            <a:r>
              <a:rPr lang="tr-TR" sz="3600" dirty="0" smtClean="0"/>
              <a:t>C</a:t>
            </a:r>
            <a:r>
              <a:rPr lang="en-US" sz="3600" dirty="0" smtClean="0"/>
              <a:t>at </a:t>
            </a:r>
            <a:r>
              <a:rPr lang="en-US" sz="3600" dirty="0"/>
              <a:t>ate food.</a:t>
            </a:r>
            <a:endParaRPr lang="tr-TR" sz="3600" dirty="0"/>
          </a:p>
        </p:txBody>
      </p:sp>
      <p:sp>
        <p:nvSpPr>
          <p:cNvPr id="7" name="Metin kutusu 6"/>
          <p:cNvSpPr txBox="1"/>
          <p:nvPr/>
        </p:nvSpPr>
        <p:spPr>
          <a:xfrm>
            <a:off x="1915886" y="5704114"/>
            <a:ext cx="184731" cy="369332"/>
          </a:xfrm>
          <a:prstGeom prst="rect">
            <a:avLst/>
          </a:prstGeom>
          <a:noFill/>
        </p:spPr>
        <p:txBody>
          <a:bodyPr wrap="none" rtlCol="0">
            <a:spAutoFit/>
          </a:bodyPr>
          <a:lstStyle/>
          <a:p>
            <a:endParaRPr lang="tr-TR" dirty="0"/>
          </a:p>
        </p:txBody>
      </p:sp>
      <p:pic>
        <p:nvPicPr>
          <p:cNvPr id="8" name="Resim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070" y="4798656"/>
            <a:ext cx="8974758" cy="552527"/>
          </a:xfrm>
          <a:prstGeom prst="rect">
            <a:avLst/>
          </a:prstGeom>
        </p:spPr>
      </p:pic>
      <p:pic>
        <p:nvPicPr>
          <p:cNvPr id="9" name="Resim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0617" y="4076232"/>
            <a:ext cx="7256040" cy="523948"/>
          </a:xfrm>
          <a:prstGeom prst="rect">
            <a:avLst/>
          </a:prstGeom>
        </p:spPr>
      </p:pic>
    </p:spTree>
    <p:extLst>
      <p:ext uri="{BB962C8B-B14F-4D97-AF65-F5344CB8AC3E}">
        <p14:creationId xmlns:p14="http://schemas.microsoft.com/office/powerpoint/2010/main" val="612184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645130" y="444010"/>
            <a:ext cx="9404723" cy="1400530"/>
          </a:xfrm>
        </p:spPr>
        <p:txBody>
          <a:bodyPr/>
          <a:lstStyle/>
          <a:p>
            <a:r>
              <a:rPr lang="en-US" sz="4500" b="1" dirty="0">
                <a:ln w="22225">
                  <a:solidFill>
                    <a:schemeClr val="accent2"/>
                  </a:solidFill>
                  <a:prstDash val="solid"/>
                </a:ln>
                <a:solidFill>
                  <a:schemeClr val="accent2">
                    <a:lumMod val="40000"/>
                    <a:lumOff val="60000"/>
                  </a:schemeClr>
                </a:solidFill>
              </a:rPr>
              <a:t>What is Embedding</a:t>
            </a:r>
            <a:r>
              <a:rPr lang="tr-TR" sz="4500" b="1" dirty="0">
                <a:ln w="22225">
                  <a:solidFill>
                    <a:schemeClr val="accent2"/>
                  </a:solidFill>
                  <a:prstDash val="solid"/>
                </a:ln>
                <a:solidFill>
                  <a:schemeClr val="accent2">
                    <a:lumMod val="40000"/>
                    <a:lumOff val="60000"/>
                  </a:schemeClr>
                </a:solidFill>
              </a:rPr>
              <a:t>?</a:t>
            </a:r>
            <a:br>
              <a:rPr lang="tr-TR" sz="4500" b="1" dirty="0">
                <a:ln w="22225">
                  <a:solidFill>
                    <a:schemeClr val="accent2"/>
                  </a:solidFill>
                  <a:prstDash val="solid"/>
                </a:ln>
                <a:solidFill>
                  <a:schemeClr val="accent2">
                    <a:lumMod val="40000"/>
                    <a:lumOff val="60000"/>
                  </a:schemeClr>
                </a:solidFill>
              </a:rPr>
            </a:br>
            <a:endParaRPr lang="tr-TR" sz="4500" b="1" dirty="0">
              <a:ln w="22225">
                <a:solidFill>
                  <a:schemeClr val="accent2"/>
                </a:solidFill>
                <a:prstDash val="solid"/>
              </a:ln>
              <a:solidFill>
                <a:schemeClr val="accent2">
                  <a:lumMod val="40000"/>
                  <a:lumOff val="60000"/>
                </a:schemeClr>
              </a:solidFill>
            </a:endParaRPr>
          </a:p>
        </p:txBody>
      </p:sp>
      <p:sp>
        <p:nvSpPr>
          <p:cNvPr id="3" name="İçerik Yer Tutucusu 2"/>
          <p:cNvSpPr>
            <a:spLocks noGrp="1"/>
          </p:cNvSpPr>
          <p:nvPr>
            <p:ph idx="1"/>
          </p:nvPr>
        </p:nvSpPr>
        <p:spPr>
          <a:xfrm>
            <a:off x="645130" y="1730701"/>
            <a:ext cx="8946541" cy="4195481"/>
          </a:xfrm>
        </p:spPr>
        <p:txBody>
          <a:bodyPr>
            <a:noAutofit/>
          </a:bodyPr>
          <a:lstStyle/>
          <a:p>
            <a:pPr marL="0" indent="0">
              <a:buNone/>
            </a:pPr>
            <a:r>
              <a:rPr lang="en-US" sz="3500" dirty="0" smtClean="0"/>
              <a:t>Embedding </a:t>
            </a:r>
            <a:r>
              <a:rPr lang="en-US" sz="3500" dirty="0"/>
              <a:t>is the process of deriving meaning from the connections between tokens based on the IDs we assign to </a:t>
            </a:r>
            <a:r>
              <a:rPr lang="en-US" sz="3500" dirty="0" err="1"/>
              <a:t>them.It</a:t>
            </a:r>
            <a:r>
              <a:rPr lang="en-US" sz="3500" dirty="0"/>
              <a:t> attempts to resolve the connections, contrasts, and synonyms between words using numerical data.</a:t>
            </a:r>
            <a:endParaRPr lang="tr-TR" sz="3500" dirty="0"/>
          </a:p>
        </p:txBody>
      </p:sp>
    </p:spTree>
    <p:extLst>
      <p:ext uri="{BB962C8B-B14F-4D97-AF65-F5344CB8AC3E}">
        <p14:creationId xmlns:p14="http://schemas.microsoft.com/office/powerpoint/2010/main" val="8626234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169818" y="330925"/>
            <a:ext cx="11852364" cy="6322423"/>
          </a:xfrm>
        </p:spPr>
        <p:txBody>
          <a:bodyPr>
            <a:normAutofit fontScale="85000" lnSpcReduction="10000"/>
          </a:bodyPr>
          <a:lstStyle/>
          <a:p>
            <a:r>
              <a:rPr lang="en-US" sz="4400" dirty="0"/>
              <a:t>Some normalization operations are performed before entering the </a:t>
            </a:r>
            <a:r>
              <a:rPr lang="en-US" sz="4400" dirty="0" smtClean="0"/>
              <a:t>embedding </a:t>
            </a:r>
            <a:r>
              <a:rPr lang="en-US" sz="4400" dirty="0"/>
              <a:t>phase</a:t>
            </a:r>
            <a:r>
              <a:rPr lang="en-US" sz="4400" dirty="0" smtClean="0"/>
              <a:t>.</a:t>
            </a:r>
            <a:endParaRPr lang="tr-TR" sz="4400" dirty="0" smtClean="0"/>
          </a:p>
          <a:p>
            <a:endParaRPr lang="tr-TR" sz="4400" dirty="0" smtClean="0"/>
          </a:p>
          <a:p>
            <a:pPr>
              <a:buFont typeface="Wingdings" panose="05000000000000000000" pitchFamily="2" charset="2"/>
              <a:buChar char="q"/>
            </a:pPr>
            <a:r>
              <a:rPr lang="en-US" sz="3800" dirty="0" smtClean="0"/>
              <a:t>Punctuation </a:t>
            </a:r>
            <a:r>
              <a:rPr lang="en-US" sz="3800" dirty="0"/>
              <a:t>marks are removed</a:t>
            </a:r>
            <a:r>
              <a:rPr lang="en-US" sz="3800" dirty="0" smtClean="0"/>
              <a:t>.</a:t>
            </a:r>
            <a:endParaRPr lang="tr-TR" sz="3800" dirty="0" smtClean="0"/>
          </a:p>
          <a:p>
            <a:pPr>
              <a:buFont typeface="Arial" panose="020B0604020202020204" pitchFamily="34" charset="0"/>
              <a:buChar char="•"/>
            </a:pPr>
            <a:endParaRPr lang="tr-TR" sz="3800" dirty="0" smtClean="0"/>
          </a:p>
          <a:p>
            <a:pPr>
              <a:buFont typeface="Wingdings" panose="05000000000000000000" pitchFamily="2" charset="2"/>
              <a:buChar char="q"/>
            </a:pPr>
            <a:r>
              <a:rPr lang="en-US" sz="3800" dirty="0" smtClean="0"/>
              <a:t>Conjunctions </a:t>
            </a:r>
            <a:r>
              <a:rPr lang="en-US" sz="3800" dirty="0"/>
              <a:t>in a sentence are cleared because conjunctions do not affect the meaning of the sentence and can lead us to incorrect conclusions in the sense of the word, since they will be connected to each word</a:t>
            </a:r>
            <a:r>
              <a:rPr lang="en-US" sz="3800" dirty="0" smtClean="0"/>
              <a:t>.</a:t>
            </a:r>
            <a:endParaRPr lang="tr-TR" sz="3800" dirty="0" smtClean="0"/>
          </a:p>
          <a:p>
            <a:pPr marL="0" indent="0">
              <a:buNone/>
            </a:pPr>
            <a:endParaRPr lang="tr-TR" sz="3800" dirty="0" smtClean="0"/>
          </a:p>
          <a:p>
            <a:pPr marL="0" indent="0">
              <a:buNone/>
            </a:pPr>
            <a:r>
              <a:rPr lang="tr-TR" sz="4400" dirty="0" smtClean="0"/>
              <a:t>   </a:t>
            </a:r>
            <a:endParaRPr lang="tr-TR" sz="4400" dirty="0"/>
          </a:p>
        </p:txBody>
      </p:sp>
    </p:spTree>
    <p:extLst>
      <p:ext uri="{BB962C8B-B14F-4D97-AF65-F5344CB8AC3E}">
        <p14:creationId xmlns:p14="http://schemas.microsoft.com/office/powerpoint/2010/main" val="1947531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330926" y="609600"/>
            <a:ext cx="11094720" cy="5638799"/>
          </a:xfrm>
        </p:spPr>
        <p:txBody>
          <a:bodyPr>
            <a:normAutofit/>
          </a:bodyPr>
          <a:lstStyle/>
          <a:p>
            <a:r>
              <a:rPr lang="tr-TR" sz="4000" dirty="0" err="1" smtClean="0"/>
              <a:t>Cat</a:t>
            </a:r>
            <a:r>
              <a:rPr lang="tr-TR" sz="4000" dirty="0" smtClean="0"/>
              <a:t> </a:t>
            </a:r>
            <a:r>
              <a:rPr lang="tr-TR" sz="4000" dirty="0" err="1" smtClean="0"/>
              <a:t>drank</a:t>
            </a:r>
            <a:r>
              <a:rPr lang="tr-TR" sz="4000" dirty="0" smtClean="0"/>
              <a:t> </a:t>
            </a:r>
            <a:r>
              <a:rPr lang="tr-TR" sz="4000" dirty="0" err="1" smtClean="0"/>
              <a:t>milk</a:t>
            </a:r>
            <a:r>
              <a:rPr lang="tr-TR" sz="4000" dirty="0" smtClean="0"/>
              <a:t> </a:t>
            </a:r>
            <a:r>
              <a:rPr lang="tr-TR" sz="4000" dirty="0" err="1" smtClean="0">
                <a:solidFill>
                  <a:schemeClr val="bg1">
                    <a:lumMod val="95000"/>
                    <a:lumOff val="5000"/>
                  </a:schemeClr>
                </a:solidFill>
              </a:rPr>
              <a:t>and</a:t>
            </a:r>
            <a:r>
              <a:rPr lang="tr-TR" sz="4000" dirty="0" smtClean="0">
                <a:solidFill>
                  <a:schemeClr val="bg1">
                    <a:lumMod val="95000"/>
                    <a:lumOff val="5000"/>
                  </a:schemeClr>
                </a:solidFill>
              </a:rPr>
              <a:t> </a:t>
            </a:r>
            <a:r>
              <a:rPr lang="tr-TR" sz="4000" dirty="0" err="1" smtClean="0"/>
              <a:t>dog</a:t>
            </a:r>
            <a:r>
              <a:rPr lang="tr-TR" sz="4000" dirty="0" smtClean="0"/>
              <a:t> </a:t>
            </a:r>
            <a:r>
              <a:rPr lang="tr-TR" sz="4000" dirty="0" err="1" smtClean="0"/>
              <a:t>drank</a:t>
            </a:r>
            <a:r>
              <a:rPr lang="tr-TR" sz="4000" dirty="0" smtClean="0"/>
              <a:t> </a:t>
            </a:r>
            <a:r>
              <a:rPr lang="tr-TR" sz="4000" dirty="0" err="1" smtClean="0"/>
              <a:t>milk</a:t>
            </a:r>
            <a:r>
              <a:rPr lang="tr-TR" sz="4000" dirty="0" smtClean="0">
                <a:solidFill>
                  <a:schemeClr val="bg1">
                    <a:lumMod val="95000"/>
                    <a:lumOff val="5000"/>
                  </a:schemeClr>
                </a:solidFill>
              </a:rPr>
              <a:t>. </a:t>
            </a:r>
            <a:r>
              <a:rPr lang="tr-TR" sz="4000" dirty="0" err="1" smtClean="0"/>
              <a:t>Cat</a:t>
            </a:r>
            <a:r>
              <a:rPr lang="tr-TR" sz="4000" dirty="0" smtClean="0"/>
              <a:t> </a:t>
            </a:r>
            <a:r>
              <a:rPr lang="tr-TR" sz="4000" dirty="0" err="1" smtClean="0"/>
              <a:t>ate</a:t>
            </a:r>
            <a:r>
              <a:rPr lang="tr-TR" sz="4000" dirty="0" smtClean="0"/>
              <a:t> </a:t>
            </a:r>
            <a:r>
              <a:rPr lang="tr-TR" sz="4000" dirty="0" err="1" smtClean="0"/>
              <a:t>food</a:t>
            </a:r>
            <a:r>
              <a:rPr lang="tr-TR" sz="4000" dirty="0" smtClean="0">
                <a:solidFill>
                  <a:schemeClr val="bg1">
                    <a:lumMod val="95000"/>
                    <a:lumOff val="5000"/>
                  </a:schemeClr>
                </a:solidFill>
              </a:rPr>
              <a:t>.</a:t>
            </a:r>
          </a:p>
          <a:p>
            <a:endParaRPr lang="tr-TR" sz="4000" dirty="0"/>
          </a:p>
          <a:p>
            <a:r>
              <a:rPr lang="tr-TR" sz="4000" dirty="0" err="1" smtClean="0"/>
              <a:t>Cat</a:t>
            </a:r>
            <a:r>
              <a:rPr lang="tr-TR" sz="4000" dirty="0" smtClean="0"/>
              <a:t> </a:t>
            </a:r>
            <a:r>
              <a:rPr lang="tr-TR" sz="4000" dirty="0" err="1" smtClean="0"/>
              <a:t>drank</a:t>
            </a:r>
            <a:r>
              <a:rPr lang="tr-TR" sz="4000" dirty="0" smtClean="0"/>
              <a:t> </a:t>
            </a:r>
            <a:r>
              <a:rPr lang="tr-TR" sz="4000" dirty="0" err="1" smtClean="0"/>
              <a:t>milk</a:t>
            </a:r>
            <a:r>
              <a:rPr lang="tr-TR" sz="4000" dirty="0" smtClean="0"/>
              <a:t> </a:t>
            </a:r>
            <a:r>
              <a:rPr lang="tr-TR" sz="4000" dirty="0" err="1" smtClean="0"/>
              <a:t>dog</a:t>
            </a:r>
            <a:r>
              <a:rPr lang="tr-TR" sz="4000" dirty="0" smtClean="0"/>
              <a:t> </a:t>
            </a:r>
            <a:r>
              <a:rPr lang="tr-TR" sz="4000" dirty="0" err="1" smtClean="0"/>
              <a:t>drank</a:t>
            </a:r>
            <a:r>
              <a:rPr lang="tr-TR" sz="4000" dirty="0" smtClean="0"/>
              <a:t> </a:t>
            </a:r>
            <a:r>
              <a:rPr lang="tr-TR" sz="4000" dirty="0" err="1" smtClean="0"/>
              <a:t>milk</a:t>
            </a:r>
            <a:r>
              <a:rPr lang="tr-TR" sz="4000" dirty="0" smtClean="0"/>
              <a:t> </a:t>
            </a:r>
            <a:r>
              <a:rPr lang="tr-TR" sz="4000" dirty="0" err="1" smtClean="0"/>
              <a:t>Cat</a:t>
            </a:r>
            <a:r>
              <a:rPr lang="tr-TR" sz="4000" dirty="0" smtClean="0"/>
              <a:t> </a:t>
            </a:r>
            <a:r>
              <a:rPr lang="tr-TR" sz="4000" dirty="0" err="1" smtClean="0"/>
              <a:t>ate</a:t>
            </a:r>
            <a:r>
              <a:rPr lang="tr-TR" sz="4000" dirty="0" smtClean="0"/>
              <a:t> </a:t>
            </a:r>
            <a:r>
              <a:rPr lang="tr-TR" sz="4000" dirty="0" err="1" smtClean="0"/>
              <a:t>food</a:t>
            </a:r>
            <a:endParaRPr lang="tr-TR" sz="4000" dirty="0"/>
          </a:p>
        </p:txBody>
      </p:sp>
    </p:spTree>
    <p:extLst>
      <p:ext uri="{BB962C8B-B14F-4D97-AF65-F5344CB8AC3E}">
        <p14:creationId xmlns:p14="http://schemas.microsoft.com/office/powerpoint/2010/main" val="10276995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287383" y="548640"/>
            <a:ext cx="10485119" cy="5699760"/>
          </a:xfrm>
        </p:spPr>
        <p:txBody>
          <a:bodyPr>
            <a:normAutofit/>
          </a:bodyPr>
          <a:lstStyle/>
          <a:p>
            <a:r>
              <a:rPr lang="en-US" sz="4000" dirty="0"/>
              <a:t>Then we create the co-occurrence </a:t>
            </a:r>
            <a:r>
              <a:rPr lang="en-US" sz="4000" dirty="0" err="1"/>
              <a:t>matrix.The</a:t>
            </a:r>
            <a:r>
              <a:rPr lang="en-US" sz="4000" dirty="0"/>
              <a:t> purpose of this matrix is to find out which words are related to each other.</a:t>
            </a:r>
            <a:endParaRPr lang="tr-TR" sz="4000" dirty="0"/>
          </a:p>
        </p:txBody>
      </p:sp>
      <p:sp>
        <p:nvSpPr>
          <p:cNvPr id="4" name="Dikdörtgen 3"/>
          <p:cNvSpPr/>
          <p:nvPr/>
        </p:nvSpPr>
        <p:spPr>
          <a:xfrm>
            <a:off x="121920" y="3429000"/>
            <a:ext cx="10563497" cy="1938992"/>
          </a:xfrm>
          <a:prstGeom prst="rect">
            <a:avLst/>
          </a:prstGeom>
        </p:spPr>
        <p:txBody>
          <a:bodyPr wrap="square">
            <a:spAutoFit/>
          </a:bodyPr>
          <a:lstStyle/>
          <a:p>
            <a:pPr marL="571500" indent="-571500">
              <a:buFont typeface="Wingdings" panose="05000000000000000000" pitchFamily="2" charset="2"/>
              <a:buChar char="Ø"/>
            </a:pPr>
            <a:r>
              <a:rPr lang="tr-TR" sz="4000" dirty="0" err="1"/>
              <a:t>The</a:t>
            </a:r>
            <a:r>
              <a:rPr lang="tr-TR" sz="4000" dirty="0"/>
              <a:t> </a:t>
            </a:r>
            <a:r>
              <a:rPr lang="tr-TR" sz="4000" dirty="0" err="1"/>
              <a:t>matrix</a:t>
            </a:r>
            <a:r>
              <a:rPr lang="tr-TR" sz="4000" dirty="0"/>
              <a:t> </a:t>
            </a:r>
            <a:r>
              <a:rPr lang="tr-TR" sz="4000" dirty="0" err="1"/>
              <a:t>looks</a:t>
            </a:r>
            <a:r>
              <a:rPr lang="tr-TR" sz="4000" dirty="0"/>
              <a:t> at </a:t>
            </a:r>
            <a:r>
              <a:rPr lang="tr-TR" sz="4000" dirty="0" err="1"/>
              <a:t>the</a:t>
            </a:r>
            <a:r>
              <a:rPr lang="tr-TR" sz="4000" dirty="0"/>
              <a:t> </a:t>
            </a:r>
            <a:r>
              <a:rPr lang="tr-TR" sz="4000" dirty="0" err="1"/>
              <a:t>word's</a:t>
            </a:r>
            <a:r>
              <a:rPr lang="tr-TR" sz="4000" dirty="0"/>
              <a:t> </a:t>
            </a:r>
            <a:r>
              <a:rPr lang="tr-TR" sz="4000" dirty="0" err="1"/>
              <a:t>left</a:t>
            </a:r>
            <a:r>
              <a:rPr lang="tr-TR" sz="4000" dirty="0"/>
              <a:t> </a:t>
            </a:r>
            <a:r>
              <a:rPr lang="tr-TR" sz="4000" dirty="0" err="1"/>
              <a:t>and</a:t>
            </a:r>
            <a:r>
              <a:rPr lang="tr-TR" sz="4000" dirty="0"/>
              <a:t> </a:t>
            </a:r>
            <a:r>
              <a:rPr lang="tr-TR" sz="4000" dirty="0" err="1"/>
              <a:t>right</a:t>
            </a:r>
            <a:r>
              <a:rPr lang="tr-TR" sz="4000" dirty="0"/>
              <a:t> </a:t>
            </a:r>
            <a:r>
              <a:rPr lang="tr-TR" sz="4000" dirty="0" err="1"/>
              <a:t>sides</a:t>
            </a:r>
            <a:r>
              <a:rPr lang="tr-TR" sz="4000" dirty="0"/>
              <a:t> </a:t>
            </a:r>
            <a:r>
              <a:rPr lang="tr-TR" sz="4000" dirty="0" err="1"/>
              <a:t>and</a:t>
            </a:r>
            <a:r>
              <a:rPr lang="tr-TR" sz="4000" dirty="0"/>
              <a:t> </a:t>
            </a:r>
            <a:r>
              <a:rPr lang="tr-TR" sz="4000" dirty="0" err="1"/>
              <a:t>writes</a:t>
            </a:r>
            <a:r>
              <a:rPr lang="tr-TR" sz="4000" dirty="0"/>
              <a:t> </a:t>
            </a:r>
            <a:r>
              <a:rPr lang="tr-TR" sz="4000" dirty="0" err="1"/>
              <a:t>the</a:t>
            </a:r>
            <a:r>
              <a:rPr lang="tr-TR" sz="4000" dirty="0"/>
              <a:t> </a:t>
            </a:r>
            <a:r>
              <a:rPr lang="tr-TR" sz="4000" dirty="0" err="1"/>
              <a:t>frequencies</a:t>
            </a:r>
            <a:r>
              <a:rPr lang="tr-TR" sz="4000" dirty="0"/>
              <a:t> </a:t>
            </a:r>
            <a:r>
              <a:rPr lang="tr-TR" sz="4000" dirty="0" err="1"/>
              <a:t>into</a:t>
            </a:r>
            <a:r>
              <a:rPr lang="tr-TR" sz="4000" dirty="0"/>
              <a:t> </a:t>
            </a:r>
            <a:r>
              <a:rPr lang="tr-TR" sz="4000" dirty="0" err="1"/>
              <a:t>columns</a:t>
            </a:r>
            <a:r>
              <a:rPr lang="tr-TR" sz="4000" dirty="0"/>
              <a:t> </a:t>
            </a:r>
            <a:r>
              <a:rPr lang="tr-TR" sz="4000" dirty="0" err="1"/>
              <a:t>within</a:t>
            </a:r>
            <a:r>
              <a:rPr lang="tr-TR" sz="4000" dirty="0"/>
              <a:t> </a:t>
            </a:r>
            <a:r>
              <a:rPr lang="tr-TR" sz="4000" dirty="0" err="1"/>
              <a:t>the</a:t>
            </a:r>
            <a:r>
              <a:rPr lang="tr-TR" sz="4000" dirty="0"/>
              <a:t> </a:t>
            </a:r>
            <a:r>
              <a:rPr lang="tr-TR" sz="4000" dirty="0" err="1"/>
              <a:t>table</a:t>
            </a:r>
            <a:r>
              <a:rPr lang="tr-TR" sz="4000" dirty="0"/>
              <a:t>.</a:t>
            </a:r>
          </a:p>
        </p:txBody>
      </p:sp>
    </p:spTree>
    <p:extLst>
      <p:ext uri="{BB962C8B-B14F-4D97-AF65-F5344CB8AC3E}">
        <p14:creationId xmlns:p14="http://schemas.microsoft.com/office/powerpoint/2010/main" val="30981137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o 5"/>
          <p:cNvGraphicFramePr>
            <a:graphicFrameLocks noGrp="1"/>
          </p:cNvGraphicFramePr>
          <p:nvPr>
            <p:extLst>
              <p:ext uri="{D42A27DB-BD31-4B8C-83A1-F6EECF244321}">
                <p14:modId xmlns:p14="http://schemas.microsoft.com/office/powerpoint/2010/main" val="4231473555"/>
              </p:ext>
            </p:extLst>
          </p:nvPr>
        </p:nvGraphicFramePr>
        <p:xfrm>
          <a:off x="418010" y="1036320"/>
          <a:ext cx="11146975" cy="4815842"/>
        </p:xfrm>
        <a:graphic>
          <a:graphicData uri="http://schemas.openxmlformats.org/drawingml/2006/table">
            <a:tbl>
              <a:tblPr firstRow="1" bandRow="1">
                <a:tableStyleId>{5C22544A-7EE6-4342-B048-85BDC9FD1C3A}</a:tableStyleId>
              </a:tblPr>
              <a:tblGrid>
                <a:gridCol w="1592425"/>
                <a:gridCol w="1592425"/>
                <a:gridCol w="1592425"/>
                <a:gridCol w="1592425"/>
                <a:gridCol w="1592425"/>
                <a:gridCol w="1592425"/>
                <a:gridCol w="1592425"/>
              </a:tblGrid>
              <a:tr h="553850">
                <a:tc>
                  <a:txBody>
                    <a:bodyPr/>
                    <a:lstStyle/>
                    <a:p>
                      <a:endParaRPr lang="tr-TR" dirty="0"/>
                    </a:p>
                  </a:txBody>
                  <a:tcPr/>
                </a:tc>
                <a:tc>
                  <a:txBody>
                    <a:bodyPr/>
                    <a:lstStyle/>
                    <a:p>
                      <a:r>
                        <a:rPr lang="tr-TR" dirty="0" smtClean="0"/>
                        <a:t>CAT</a:t>
                      </a:r>
                      <a:endParaRPr lang="tr-TR" dirty="0"/>
                    </a:p>
                  </a:txBody>
                  <a:tcPr/>
                </a:tc>
                <a:tc>
                  <a:txBody>
                    <a:bodyPr/>
                    <a:lstStyle/>
                    <a:p>
                      <a:r>
                        <a:rPr lang="tr-TR" dirty="0" smtClean="0"/>
                        <a:t>DRANK</a:t>
                      </a:r>
                      <a:endParaRPr lang="tr-TR" dirty="0"/>
                    </a:p>
                  </a:txBody>
                  <a:tcPr/>
                </a:tc>
                <a:tc>
                  <a:txBody>
                    <a:bodyPr/>
                    <a:lstStyle/>
                    <a:p>
                      <a:r>
                        <a:rPr lang="tr-TR" dirty="0" smtClean="0"/>
                        <a:t>MILK</a:t>
                      </a:r>
                      <a:endParaRPr lang="tr-TR" dirty="0"/>
                    </a:p>
                  </a:txBody>
                  <a:tcPr/>
                </a:tc>
                <a:tc>
                  <a:txBody>
                    <a:bodyPr/>
                    <a:lstStyle/>
                    <a:p>
                      <a:r>
                        <a:rPr lang="tr-TR" dirty="0" smtClean="0"/>
                        <a:t>DOG</a:t>
                      </a:r>
                      <a:endParaRPr lang="tr-TR" dirty="0"/>
                    </a:p>
                  </a:txBody>
                  <a:tcPr/>
                </a:tc>
                <a:tc>
                  <a:txBody>
                    <a:bodyPr/>
                    <a:lstStyle/>
                    <a:p>
                      <a:r>
                        <a:rPr lang="tr-TR" dirty="0" smtClean="0"/>
                        <a:t>ATE</a:t>
                      </a:r>
                      <a:endParaRPr lang="tr-TR" dirty="0"/>
                    </a:p>
                  </a:txBody>
                  <a:tcPr/>
                </a:tc>
                <a:tc>
                  <a:txBody>
                    <a:bodyPr/>
                    <a:lstStyle/>
                    <a:p>
                      <a:r>
                        <a:rPr lang="tr-TR" dirty="0" smtClean="0"/>
                        <a:t>FOOD</a:t>
                      </a:r>
                      <a:endParaRPr lang="tr-TR" dirty="0"/>
                    </a:p>
                  </a:txBody>
                  <a:tcPr/>
                </a:tc>
              </a:tr>
              <a:tr h="764291">
                <a:tc>
                  <a:txBody>
                    <a:bodyPr/>
                    <a:lstStyle/>
                    <a:p>
                      <a:r>
                        <a:rPr lang="tr-TR" b="1" dirty="0" smtClean="0"/>
                        <a:t>CAT</a:t>
                      </a:r>
                      <a:endParaRPr lang="tr-TR" b="1" dirty="0"/>
                    </a:p>
                  </a:txBody>
                  <a:tcPr/>
                </a:tc>
                <a:tc>
                  <a:txBody>
                    <a:bodyPr/>
                    <a:lstStyle/>
                    <a:p>
                      <a:r>
                        <a:rPr lang="tr-TR" dirty="0" smtClean="0"/>
                        <a:t>0</a:t>
                      </a:r>
                      <a:endParaRPr lang="tr-TR"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r>
              <a:tr h="764291">
                <a:tc>
                  <a:txBody>
                    <a:bodyPr/>
                    <a:lstStyle/>
                    <a:p>
                      <a:r>
                        <a:rPr lang="tr-TR" b="1" dirty="0" smtClean="0"/>
                        <a:t>DRANK</a:t>
                      </a:r>
                      <a:endParaRPr lang="tr-TR" b="1" dirty="0"/>
                    </a:p>
                  </a:txBody>
                  <a:tcPr/>
                </a:tc>
                <a:tc>
                  <a:txBody>
                    <a:bodyPr/>
                    <a:lstStyle/>
                    <a:p>
                      <a:r>
                        <a:rPr lang="tr-TR" b="1" smtClean="0"/>
                        <a:t>1</a:t>
                      </a:r>
                      <a:endParaRPr lang="tr-TR" b="1" dirty="0"/>
                    </a:p>
                  </a:txBody>
                  <a:tcPr/>
                </a:tc>
                <a:tc>
                  <a:txBody>
                    <a:bodyPr/>
                    <a:lstStyle/>
                    <a:p>
                      <a:r>
                        <a:rPr lang="tr-TR" dirty="0" smtClean="0"/>
                        <a:t>0</a:t>
                      </a:r>
                      <a:endParaRPr lang="tr-TR" dirty="0"/>
                    </a:p>
                  </a:txBody>
                  <a:tcPr/>
                </a:tc>
                <a:tc>
                  <a:txBody>
                    <a:bodyPr/>
                    <a:lstStyle/>
                    <a:p>
                      <a:r>
                        <a:rPr lang="tr-TR" b="1" dirty="0" smtClean="0"/>
                        <a:t>2</a:t>
                      </a:r>
                      <a:endParaRPr lang="tr-TR" b="1"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r>
              <a:tr h="764291">
                <a:tc>
                  <a:txBody>
                    <a:bodyPr/>
                    <a:lstStyle/>
                    <a:p>
                      <a:r>
                        <a:rPr lang="tr-TR" b="1" dirty="0" smtClean="0"/>
                        <a:t>MILK</a:t>
                      </a:r>
                      <a:endParaRPr lang="tr-TR" b="1" dirty="0"/>
                    </a:p>
                  </a:txBody>
                  <a:tcPr/>
                </a:tc>
                <a:tc>
                  <a:txBody>
                    <a:bodyPr/>
                    <a:lstStyle/>
                    <a:p>
                      <a:r>
                        <a:rPr lang="tr-TR" b="1" dirty="0" smtClean="0"/>
                        <a:t>1</a:t>
                      </a:r>
                      <a:endParaRPr lang="tr-TR" b="1" dirty="0"/>
                    </a:p>
                  </a:txBody>
                  <a:tcPr/>
                </a:tc>
                <a:tc>
                  <a:txBody>
                    <a:bodyPr/>
                    <a:lstStyle/>
                    <a:p>
                      <a:r>
                        <a:rPr lang="tr-TR" b="1" dirty="0" smtClean="0"/>
                        <a:t>2</a:t>
                      </a:r>
                      <a:endParaRPr lang="tr-TR" b="1" dirty="0"/>
                    </a:p>
                  </a:txBody>
                  <a:tcPr/>
                </a:tc>
                <a:tc>
                  <a:txBody>
                    <a:bodyPr/>
                    <a:lstStyle/>
                    <a:p>
                      <a:r>
                        <a:rPr lang="tr-TR" dirty="0" smtClean="0"/>
                        <a:t>0</a:t>
                      </a:r>
                      <a:endParaRPr lang="tr-TR"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r>
              <a:tr h="76429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tr-TR" b="1" dirty="0" smtClean="0"/>
                        <a:t>DOG</a:t>
                      </a:r>
                    </a:p>
                    <a:p>
                      <a:endParaRPr lang="tr-TR" dirty="0"/>
                    </a:p>
                  </a:txBody>
                  <a:tcPr/>
                </a:tc>
                <a:tc>
                  <a:txBody>
                    <a:bodyPr/>
                    <a:lstStyle/>
                    <a:p>
                      <a:r>
                        <a:rPr lang="tr-TR" dirty="0" smtClean="0"/>
                        <a:t>0</a:t>
                      </a:r>
                      <a:endParaRPr lang="tr-TR" dirty="0"/>
                    </a:p>
                  </a:txBody>
                  <a:tcPr/>
                </a:tc>
                <a:tc>
                  <a:txBody>
                    <a:bodyPr/>
                    <a:lstStyle/>
                    <a:p>
                      <a:r>
                        <a:rPr lang="tr-TR" b="1" i="0" dirty="0" smtClean="0"/>
                        <a:t>1</a:t>
                      </a:r>
                      <a:endParaRPr lang="tr-TR" b="1" i="0"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r>
              <a:tr h="764291">
                <a:tc>
                  <a:txBody>
                    <a:bodyPr/>
                    <a:lstStyle/>
                    <a:p>
                      <a:r>
                        <a:rPr lang="tr-TR" b="1" dirty="0" smtClean="0"/>
                        <a:t>ATE</a:t>
                      </a:r>
                      <a:endParaRPr lang="tr-TR" b="1"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b="1" dirty="0" smtClean="0"/>
                        <a:t>1</a:t>
                      </a:r>
                      <a:endParaRPr lang="tr-TR" b="1" dirty="0"/>
                    </a:p>
                  </a:txBody>
                  <a:tcPr/>
                </a:tc>
              </a:tr>
              <a:tr h="440537">
                <a:tc>
                  <a:txBody>
                    <a:bodyPr/>
                    <a:lstStyle/>
                    <a:p>
                      <a:r>
                        <a:rPr lang="tr-TR" b="1" dirty="0" smtClean="0"/>
                        <a:t>FOOD</a:t>
                      </a:r>
                      <a:endParaRPr lang="tr-TR" b="1"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dirty="0" smtClean="0"/>
                        <a:t>0</a:t>
                      </a:r>
                      <a:endParaRPr lang="tr-TR" dirty="0"/>
                    </a:p>
                  </a:txBody>
                  <a:tcPr/>
                </a:tc>
                <a:tc>
                  <a:txBody>
                    <a:bodyPr/>
                    <a:lstStyle/>
                    <a:p>
                      <a:r>
                        <a:rPr lang="tr-TR" b="1" dirty="0" smtClean="0"/>
                        <a:t>1</a:t>
                      </a:r>
                      <a:endParaRPr lang="tr-TR" b="1" dirty="0"/>
                    </a:p>
                  </a:txBody>
                  <a:tcPr/>
                </a:tc>
                <a:tc>
                  <a:txBody>
                    <a:bodyPr/>
                    <a:lstStyle/>
                    <a:p>
                      <a:r>
                        <a:rPr lang="tr-TR" dirty="0" smtClean="0"/>
                        <a:t>0</a:t>
                      </a:r>
                      <a:endParaRPr lang="tr-TR" dirty="0"/>
                    </a:p>
                  </a:txBody>
                  <a:tcPr/>
                </a:tc>
              </a:tr>
            </a:tbl>
          </a:graphicData>
        </a:graphic>
      </p:graphicFrame>
      <p:sp>
        <p:nvSpPr>
          <p:cNvPr id="9" name="Dikdörtgen 8"/>
          <p:cNvSpPr/>
          <p:nvPr/>
        </p:nvSpPr>
        <p:spPr>
          <a:xfrm>
            <a:off x="1667831" y="353088"/>
            <a:ext cx="8338317" cy="553998"/>
          </a:xfrm>
          <a:prstGeom prst="rect">
            <a:avLst/>
          </a:prstGeom>
        </p:spPr>
        <p:txBody>
          <a:bodyPr wrap="square">
            <a:spAutoFit/>
          </a:bodyPr>
          <a:lstStyle/>
          <a:p>
            <a:r>
              <a:rPr lang="tr-TR" sz="3000" dirty="0" err="1" smtClean="0"/>
              <a:t>Cat</a:t>
            </a:r>
            <a:r>
              <a:rPr lang="tr-TR" sz="3000" dirty="0" smtClean="0"/>
              <a:t> </a:t>
            </a:r>
            <a:r>
              <a:rPr lang="tr-TR" sz="3000" dirty="0" err="1" smtClean="0"/>
              <a:t>drank</a:t>
            </a:r>
            <a:r>
              <a:rPr lang="tr-TR" sz="3000" dirty="0" smtClean="0"/>
              <a:t> </a:t>
            </a:r>
            <a:r>
              <a:rPr lang="tr-TR" sz="3000" dirty="0" err="1" smtClean="0"/>
              <a:t>milk</a:t>
            </a:r>
            <a:r>
              <a:rPr lang="tr-TR" sz="3000" dirty="0" smtClean="0"/>
              <a:t> </a:t>
            </a:r>
            <a:r>
              <a:rPr lang="tr-TR" sz="3000" dirty="0" err="1" smtClean="0"/>
              <a:t>dog</a:t>
            </a:r>
            <a:r>
              <a:rPr lang="tr-TR" sz="3000" dirty="0" smtClean="0"/>
              <a:t> </a:t>
            </a:r>
            <a:r>
              <a:rPr lang="tr-TR" sz="3000" dirty="0" err="1" smtClean="0"/>
              <a:t>drank</a:t>
            </a:r>
            <a:r>
              <a:rPr lang="tr-TR" sz="3000" dirty="0" smtClean="0"/>
              <a:t> </a:t>
            </a:r>
            <a:r>
              <a:rPr lang="tr-TR" sz="3000" dirty="0" err="1" smtClean="0"/>
              <a:t>milk</a:t>
            </a:r>
            <a:r>
              <a:rPr lang="tr-TR" sz="3000" dirty="0" smtClean="0"/>
              <a:t> </a:t>
            </a:r>
            <a:r>
              <a:rPr lang="tr-TR" sz="3000" dirty="0" err="1" smtClean="0"/>
              <a:t>Cat</a:t>
            </a:r>
            <a:r>
              <a:rPr lang="tr-TR" sz="3000" dirty="0" smtClean="0"/>
              <a:t> </a:t>
            </a:r>
            <a:r>
              <a:rPr lang="tr-TR" sz="3000" dirty="0" err="1" smtClean="0"/>
              <a:t>ate</a:t>
            </a:r>
            <a:r>
              <a:rPr lang="tr-TR" sz="3000" dirty="0" smtClean="0"/>
              <a:t> </a:t>
            </a:r>
            <a:r>
              <a:rPr lang="tr-TR" sz="3000" dirty="0" err="1" smtClean="0"/>
              <a:t>food</a:t>
            </a:r>
            <a:endParaRPr lang="tr-TR" sz="3000" dirty="0"/>
          </a:p>
        </p:txBody>
      </p:sp>
      <p:sp>
        <p:nvSpPr>
          <p:cNvPr id="10" name="Metin kutusu 9"/>
          <p:cNvSpPr txBox="1"/>
          <p:nvPr/>
        </p:nvSpPr>
        <p:spPr>
          <a:xfrm>
            <a:off x="3944983" y="6043748"/>
            <a:ext cx="2815194" cy="477054"/>
          </a:xfrm>
          <a:prstGeom prst="rect">
            <a:avLst/>
          </a:prstGeom>
          <a:noFill/>
        </p:spPr>
        <p:txBody>
          <a:bodyPr wrap="none" rtlCol="0">
            <a:spAutoFit/>
          </a:bodyPr>
          <a:lstStyle/>
          <a:p>
            <a:r>
              <a:rPr lang="tr-TR" sz="2500" dirty="0" smtClean="0"/>
              <a:t>MILK=[1,2,0,1,0,0]</a:t>
            </a:r>
            <a:endParaRPr lang="tr-TR" sz="2500" dirty="0"/>
          </a:p>
        </p:txBody>
      </p:sp>
    </p:spTree>
    <p:extLst>
      <p:ext uri="{BB962C8B-B14F-4D97-AF65-F5344CB8AC3E}">
        <p14:creationId xmlns:p14="http://schemas.microsoft.com/office/powerpoint/2010/main" val="5155840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293415" y="363456"/>
            <a:ext cx="11611202" cy="3903744"/>
          </a:xfrm>
        </p:spPr>
        <p:txBody>
          <a:bodyPr>
            <a:noAutofit/>
          </a:bodyPr>
          <a:lstStyle/>
          <a:p>
            <a:r>
              <a:rPr lang="en-US" sz="4000" dirty="0"/>
              <a:t>The embedding process does not </a:t>
            </a:r>
            <a:endParaRPr lang="tr-TR" sz="4000" dirty="0" smtClean="0"/>
          </a:p>
          <a:p>
            <a:pPr marL="0" indent="0">
              <a:buNone/>
            </a:pPr>
            <a:r>
              <a:rPr lang="en-US" sz="4000" dirty="0" smtClean="0"/>
              <a:t>extract </a:t>
            </a:r>
            <a:r>
              <a:rPr lang="en-US" sz="4000" dirty="0"/>
              <a:t>the meaning of the word like a </a:t>
            </a:r>
            <a:r>
              <a:rPr lang="en-US" sz="4000" dirty="0" err="1"/>
              <a:t>dictionary.Embedding</a:t>
            </a:r>
            <a:r>
              <a:rPr lang="en-US" sz="4000" dirty="0"/>
              <a:t> looks at the words it comes up with next to each other and thinks that these words are in the same </a:t>
            </a:r>
            <a:r>
              <a:rPr lang="en-US" sz="4000" dirty="0" smtClean="0"/>
              <a:t>category</a:t>
            </a:r>
            <a:r>
              <a:rPr lang="tr-TR" sz="4000" dirty="0" smtClean="0"/>
              <a:t>.</a:t>
            </a:r>
          </a:p>
          <a:p>
            <a:r>
              <a:rPr lang="en-US" sz="4000" dirty="0"/>
              <a:t>We reach this conclusion through the </a:t>
            </a:r>
            <a:r>
              <a:rPr lang="en-US" sz="4000" dirty="0" smtClean="0"/>
              <a:t>matrix</a:t>
            </a:r>
            <a:r>
              <a:rPr lang="tr-TR" sz="4000" dirty="0"/>
              <a:t> </a:t>
            </a:r>
            <a:r>
              <a:rPr lang="en-US" sz="4000" dirty="0" smtClean="0"/>
              <a:t>outputs </a:t>
            </a:r>
            <a:r>
              <a:rPr lang="en-US" sz="4000" dirty="0"/>
              <a:t>at hand; we examine the matrix outputs and look for connections with other words.</a:t>
            </a:r>
            <a:endParaRPr lang="tr-TR" sz="4000" dirty="0"/>
          </a:p>
        </p:txBody>
      </p:sp>
    </p:spTree>
    <p:extLst>
      <p:ext uri="{BB962C8B-B14F-4D97-AF65-F5344CB8AC3E}">
        <p14:creationId xmlns:p14="http://schemas.microsoft.com/office/powerpoint/2010/main" val="945200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p:cNvGraphicFramePr>
            <a:graphicFrameLocks noGrp="1"/>
          </p:cNvGraphicFramePr>
          <p:nvPr>
            <p:ph idx="1"/>
            <p:extLst>
              <p:ext uri="{D42A27DB-BD31-4B8C-83A1-F6EECF244321}">
                <p14:modId xmlns:p14="http://schemas.microsoft.com/office/powerpoint/2010/main" val="1878452621"/>
              </p:ext>
            </p:extLst>
          </p:nvPr>
        </p:nvGraphicFramePr>
        <p:xfrm>
          <a:off x="740229" y="1227908"/>
          <a:ext cx="9718766" cy="4223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etin kutusu 4"/>
          <p:cNvSpPr txBox="1"/>
          <p:nvPr/>
        </p:nvSpPr>
        <p:spPr>
          <a:xfrm>
            <a:off x="1863635" y="5582194"/>
            <a:ext cx="7851829" cy="477054"/>
          </a:xfrm>
          <a:prstGeom prst="rect">
            <a:avLst/>
          </a:prstGeom>
          <a:solidFill>
            <a:schemeClr val="accent2">
              <a:lumMod val="20000"/>
              <a:lumOff val="80000"/>
            </a:schemeClr>
          </a:solidFill>
        </p:spPr>
        <p:txBody>
          <a:bodyPr wrap="none" rtlCol="0">
            <a:spAutoFit/>
          </a:bodyPr>
          <a:lstStyle/>
          <a:p>
            <a:r>
              <a:rPr lang="en-US" sz="2500" dirty="0">
                <a:solidFill>
                  <a:schemeClr val="bg1">
                    <a:lumMod val="95000"/>
                    <a:lumOff val="5000"/>
                  </a:schemeClr>
                </a:solidFill>
              </a:rPr>
              <a:t>DRANK and MILK CAN COME AFTER EACH OTHER.</a:t>
            </a:r>
            <a:endParaRPr lang="tr-TR" sz="2500" dirty="0">
              <a:solidFill>
                <a:schemeClr val="bg1">
                  <a:lumMod val="95000"/>
                  <a:lumOff val="5000"/>
                </a:schemeClr>
              </a:solidFill>
            </a:endParaRPr>
          </a:p>
        </p:txBody>
      </p:sp>
    </p:spTree>
    <p:extLst>
      <p:ext uri="{BB962C8B-B14F-4D97-AF65-F5344CB8AC3E}">
        <p14:creationId xmlns:p14="http://schemas.microsoft.com/office/powerpoint/2010/main" val="9469380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194802" y="1588012"/>
            <a:ext cx="1098700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smtClean="0">
                <a:ln>
                  <a:noFill/>
                </a:ln>
                <a:solidFill>
                  <a:schemeClr val="tx1"/>
                </a:solidFill>
                <a:effectLst/>
                <a:latin typeface="Arial" panose="020B0604020202020204" pitchFamily="34" charset="0"/>
              </a:rPr>
              <a:t>GeeksforGeeks</a:t>
            </a:r>
            <a:r>
              <a:rPr kumimoji="0" lang="tr-TR" altLang="tr-TR" sz="1800" b="0" i="0" u="none" strike="noStrike" cap="none" normalizeH="0" baseline="0" dirty="0" smtClean="0">
                <a:ln>
                  <a:noFill/>
                </a:ln>
                <a:solidFill>
                  <a:schemeClr val="tx1"/>
                </a:solidFill>
                <a:effectLst/>
                <a:latin typeface="Arial" panose="020B0604020202020204" pitchFamily="34" charset="0"/>
              </a:rPr>
              <a:t> – </a:t>
            </a:r>
            <a:r>
              <a:rPr kumimoji="0" lang="tr-TR" altLang="tr-TR" sz="1800" b="0" i="1" u="none" strike="noStrike" cap="none" normalizeH="0" baseline="0" dirty="0" err="1" smtClean="0">
                <a:ln>
                  <a:noFill/>
                </a:ln>
                <a:solidFill>
                  <a:schemeClr val="tx1"/>
                </a:solidFill>
                <a:effectLst/>
                <a:latin typeface="Arial" panose="020B0604020202020204" pitchFamily="34" charset="0"/>
              </a:rPr>
              <a:t>Co-occurence</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matrix</a:t>
            </a:r>
            <a:r>
              <a:rPr kumimoji="0" lang="tr-TR" altLang="tr-TR" sz="1800" b="0" i="1" u="none" strike="noStrike" cap="none" normalizeH="0" baseline="0" dirty="0" smtClean="0">
                <a:ln>
                  <a:noFill/>
                </a:ln>
                <a:solidFill>
                  <a:schemeClr val="tx1"/>
                </a:solidFill>
                <a:effectLst/>
                <a:latin typeface="Arial" panose="020B0604020202020204" pitchFamily="34" charset="0"/>
              </a:rPr>
              <a:t> in NLP</a:t>
            </a:r>
          </a:p>
          <a:p>
            <a:pPr marL="0" marR="0" lvl="0" indent="0" algn="l" defTabSz="914400" rtl="0" eaLnBrk="0" fontAlgn="base" latinLnBrk="0" hangingPunct="0">
              <a:lnSpc>
                <a:spcPct val="100000"/>
              </a:lnSpc>
              <a:spcBef>
                <a:spcPct val="0"/>
              </a:spcBef>
              <a:spcAft>
                <a:spcPct val="0"/>
              </a:spcAft>
              <a:buClrTx/>
              <a:buSzTx/>
              <a:buNone/>
              <a:tabLst/>
            </a:pPr>
            <a:endParaRPr kumimoji="0" lang="tr-TR" altLang="tr-T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smtClean="0">
                <a:ln>
                  <a:noFill/>
                </a:ln>
                <a:solidFill>
                  <a:schemeClr val="tx1"/>
                </a:solidFill>
                <a:effectLst/>
                <a:latin typeface="Arial" panose="020B0604020202020204" pitchFamily="34" charset="0"/>
              </a:rPr>
              <a:t>GeeksforGeeks</a:t>
            </a:r>
            <a:r>
              <a:rPr kumimoji="0" lang="tr-TR" altLang="tr-TR" sz="1800" b="0" i="0" u="none" strike="noStrike" cap="none" normalizeH="0" baseline="0" dirty="0" smtClean="0">
                <a:ln>
                  <a:noFill/>
                </a:ln>
                <a:solidFill>
                  <a:schemeClr val="tx1"/>
                </a:solidFill>
                <a:effectLst/>
                <a:latin typeface="Arial" panose="020B0604020202020204" pitchFamily="34" charset="0"/>
              </a:rPr>
              <a:t> – </a:t>
            </a:r>
            <a:r>
              <a:rPr kumimoji="0" lang="tr-TR" altLang="tr-TR" sz="1800" b="0" i="1" u="none" strike="noStrike" cap="none" normalizeH="0" baseline="0" dirty="0" err="1" smtClean="0">
                <a:ln>
                  <a:noFill/>
                </a:ln>
                <a:solidFill>
                  <a:schemeClr val="tx1"/>
                </a:solidFill>
                <a:effectLst/>
                <a:latin typeface="Arial" panose="020B0604020202020204" pitchFamily="34" charset="0"/>
              </a:rPr>
              <a:t>Tokenization</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vs</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Embeddings</a:t>
            </a:r>
            <a:endParaRPr kumimoji="0" lang="tr-TR" altLang="tr-TR" sz="1800" b="0" i="1"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tr-TR" altLang="tr-T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smtClean="0">
                <a:ln>
                  <a:noFill/>
                </a:ln>
                <a:solidFill>
                  <a:schemeClr val="tx1"/>
                </a:solidFill>
                <a:effectLst/>
                <a:latin typeface="Arial" panose="020B0604020202020204" pitchFamily="34" charset="0"/>
              </a:rPr>
              <a:t>Karol</a:t>
            </a:r>
            <a:r>
              <a:rPr kumimoji="0" lang="tr-TR" altLang="tr-TR" sz="1800" b="1" i="0" u="none" strike="noStrike" cap="none" normalizeH="0" baseline="0" dirty="0" smtClean="0">
                <a:ln>
                  <a:noFill/>
                </a:ln>
                <a:solidFill>
                  <a:schemeClr val="tx1"/>
                </a:solidFill>
                <a:effectLst/>
                <a:latin typeface="Arial" panose="020B0604020202020204" pitchFamily="34" charset="0"/>
              </a:rPr>
              <a:t> </a:t>
            </a:r>
            <a:r>
              <a:rPr kumimoji="0" lang="tr-TR" altLang="tr-TR" sz="1800" b="1" i="0" u="none" strike="noStrike" cap="none" normalizeH="0" baseline="0" dirty="0" err="1" smtClean="0">
                <a:ln>
                  <a:noFill/>
                </a:ln>
                <a:solidFill>
                  <a:schemeClr val="tx1"/>
                </a:solidFill>
                <a:effectLst/>
                <a:latin typeface="Arial" panose="020B0604020202020204" pitchFamily="34" charset="0"/>
              </a:rPr>
              <a:t>Malicki</a:t>
            </a:r>
            <a:r>
              <a:rPr kumimoji="0" lang="tr-TR" altLang="tr-TR" sz="1800" b="1" i="0" u="none" strike="noStrike" cap="none" normalizeH="0" baseline="0" dirty="0" smtClean="0">
                <a:ln>
                  <a:noFill/>
                </a:ln>
                <a:solidFill>
                  <a:schemeClr val="tx1"/>
                </a:solidFill>
                <a:effectLst/>
                <a:latin typeface="Arial" panose="020B0604020202020204" pitchFamily="34" charset="0"/>
              </a:rPr>
              <a:t> (</a:t>
            </a:r>
            <a:r>
              <a:rPr kumimoji="0" lang="tr-TR" altLang="tr-TR" sz="1800" b="1" i="0" u="none" strike="noStrike" cap="none" normalizeH="0" baseline="0" dirty="0" err="1" smtClean="0">
                <a:ln>
                  <a:noFill/>
                </a:ln>
                <a:solidFill>
                  <a:schemeClr val="tx1"/>
                </a:solidFill>
                <a:effectLst/>
                <a:latin typeface="Arial" panose="020B0604020202020204" pitchFamily="34" charset="0"/>
              </a:rPr>
              <a:t>Medium</a:t>
            </a:r>
            <a:r>
              <a:rPr kumimoji="0" lang="tr-TR" altLang="tr-TR" sz="1800" b="1" i="0" u="none" strike="noStrike" cap="none" normalizeH="0" baseline="0" dirty="0" smtClean="0">
                <a:ln>
                  <a:noFill/>
                </a:ln>
                <a:solidFill>
                  <a:schemeClr val="tx1"/>
                </a:solidFill>
                <a:effectLst/>
                <a:latin typeface="Arial" panose="020B0604020202020204" pitchFamily="34" charset="0"/>
              </a:rPr>
              <a:t>)</a:t>
            </a:r>
            <a:r>
              <a:rPr kumimoji="0" lang="tr-TR" altLang="tr-TR" sz="1800" b="0" i="0" u="none" strike="noStrike" cap="none" normalizeH="0" baseline="0" dirty="0" smtClean="0">
                <a:ln>
                  <a:noFill/>
                </a:ln>
                <a:solidFill>
                  <a:schemeClr val="tx1"/>
                </a:solidFill>
                <a:effectLst/>
                <a:latin typeface="Arial" panose="020B0604020202020204" pitchFamily="34" charset="0"/>
              </a:rPr>
              <a:t> – </a:t>
            </a:r>
            <a:r>
              <a:rPr kumimoji="0" lang="tr-TR" altLang="tr-TR" sz="1800" b="0" i="1" u="none" strike="noStrike" cap="none" normalizeH="0" baseline="0" dirty="0" err="1" smtClean="0">
                <a:ln>
                  <a:noFill/>
                </a:ln>
                <a:solidFill>
                  <a:schemeClr val="tx1"/>
                </a:solidFill>
                <a:effectLst/>
                <a:latin typeface="Arial" panose="020B0604020202020204" pitchFamily="34" charset="0"/>
              </a:rPr>
              <a:t>Tokens</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Embeddings</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and</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Positional</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Encoding</a:t>
            </a:r>
            <a:r>
              <a:rPr kumimoji="0" lang="tr-TR" altLang="tr-TR" sz="1800" b="0" i="1" u="none" strike="noStrike" cap="none" normalizeH="0" baseline="0" dirty="0" smtClean="0">
                <a:ln>
                  <a:noFill/>
                </a:ln>
                <a:solidFill>
                  <a:schemeClr val="tx1"/>
                </a:solidFill>
                <a:effectLst/>
                <a:latin typeface="Arial" panose="020B0604020202020204" pitchFamily="34" charset="0"/>
              </a:rPr>
              <a:t> — A Simple </a:t>
            </a:r>
            <a:r>
              <a:rPr kumimoji="0" lang="tr-TR" altLang="tr-TR" sz="1800" b="0" i="1" u="none" strike="noStrike" cap="none" normalizeH="0" baseline="0" dirty="0" err="1" smtClean="0">
                <a:ln>
                  <a:noFill/>
                </a:ln>
                <a:solidFill>
                  <a:schemeClr val="tx1"/>
                </a:solidFill>
                <a:effectLst/>
                <a:latin typeface="Arial" panose="020B0604020202020204" pitchFamily="34" charset="0"/>
              </a:rPr>
              <a:t>Introduction</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to</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Transformers</a:t>
            </a:r>
            <a:r>
              <a:rPr kumimoji="0" lang="tr-TR" altLang="tr-TR" sz="1800" b="0" i="1" u="none" strike="noStrike" cap="none" normalizeH="0" baseline="0" dirty="0" smtClean="0">
                <a:ln>
                  <a:noFill/>
                </a:ln>
                <a:solidFill>
                  <a:schemeClr val="tx1"/>
                </a:solidFill>
                <a:effectLst/>
                <a:latin typeface="Arial" panose="020B0604020202020204" pitchFamily="34" charset="0"/>
              </a:rPr>
              <a:t> (</a:t>
            </a:r>
            <a:r>
              <a:rPr kumimoji="0" lang="tr-TR" altLang="tr-TR" sz="1800" b="0" i="1" u="none" strike="noStrike" cap="none" normalizeH="0" baseline="0" dirty="0" err="1" smtClean="0">
                <a:ln>
                  <a:noFill/>
                </a:ln>
                <a:solidFill>
                  <a:schemeClr val="tx1"/>
                </a:solidFill>
                <a:effectLst/>
                <a:latin typeface="Arial" panose="020B0604020202020204" pitchFamily="34" charset="0"/>
              </a:rPr>
              <a:t>Part</a:t>
            </a:r>
            <a:r>
              <a:rPr kumimoji="0" lang="tr-TR" altLang="tr-TR" sz="1800" b="0" i="1" u="none" strike="noStrike" cap="none" normalizeH="0" baseline="0" dirty="0" smtClean="0">
                <a:ln>
                  <a:noFill/>
                </a:ln>
                <a:solidFill>
                  <a:schemeClr val="tx1"/>
                </a:solidFill>
                <a:effectLst/>
                <a:latin typeface="Arial" panose="020B0604020202020204" pitchFamily="34" charset="0"/>
              </a:rPr>
              <a:t> 1)</a:t>
            </a:r>
            <a:endParaRPr kumimoji="0" lang="tr-TR" altLang="tr-TR" sz="1800" b="0" i="0" u="none" strike="noStrike" cap="none" normalizeH="0" baseline="0" dirty="0" smtClean="0">
              <a:ln>
                <a:noFill/>
              </a:ln>
              <a:solidFill>
                <a:schemeClr val="tx1"/>
              </a:solidFill>
              <a:effectLst/>
              <a:latin typeface="Arial" panose="020B0604020202020204" pitchFamily="34" charset="0"/>
            </a:endParaRPr>
          </a:p>
        </p:txBody>
      </p:sp>
      <p:sp>
        <p:nvSpPr>
          <p:cNvPr id="5" name="Dikdörtgen 4"/>
          <p:cNvSpPr/>
          <p:nvPr/>
        </p:nvSpPr>
        <p:spPr>
          <a:xfrm>
            <a:off x="417339" y="779809"/>
            <a:ext cx="2829621" cy="630942"/>
          </a:xfrm>
          <a:prstGeom prst="rect">
            <a:avLst/>
          </a:prstGeom>
          <a:solidFill>
            <a:schemeClr val="accent1">
              <a:lumMod val="40000"/>
              <a:lumOff val="60000"/>
            </a:schemeClr>
          </a:solidFill>
        </p:spPr>
        <p:txBody>
          <a:bodyPr wrap="none">
            <a:spAutoFit/>
          </a:bodyPr>
          <a:lstStyle/>
          <a:p>
            <a:r>
              <a:rPr lang="tr-TR" sz="3500" dirty="0" smtClean="0">
                <a:solidFill>
                  <a:schemeClr val="bg1">
                    <a:lumMod val="95000"/>
                    <a:lumOff val="5000"/>
                  </a:schemeClr>
                </a:solidFill>
              </a:rPr>
              <a:t>REFERENCES</a:t>
            </a:r>
            <a:endParaRPr lang="tr-TR" sz="3500" dirty="0">
              <a:solidFill>
                <a:schemeClr val="bg1">
                  <a:lumMod val="95000"/>
                  <a:lumOff val="5000"/>
                </a:schemeClr>
              </a:solidFill>
            </a:endParaRPr>
          </a:p>
        </p:txBody>
      </p:sp>
    </p:spTree>
    <p:extLst>
      <p:ext uri="{BB962C8B-B14F-4D97-AF65-F5344CB8AC3E}">
        <p14:creationId xmlns:p14="http://schemas.microsoft.com/office/powerpoint/2010/main" val="225989464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595</TotalTime>
  <Words>381</Words>
  <Application>Microsoft Office PowerPoint</Application>
  <PresentationFormat>Geniş ekran</PresentationFormat>
  <Paragraphs>84</Paragraphs>
  <Slides>10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10</vt:i4>
      </vt:variant>
    </vt:vector>
  </HeadingPairs>
  <TitlesOfParts>
    <vt:vector size="15" baseType="lpstr">
      <vt:lpstr>Arial</vt:lpstr>
      <vt:lpstr>Century Gothic</vt:lpstr>
      <vt:lpstr>Wingdings</vt:lpstr>
      <vt:lpstr>Wingdings 3</vt:lpstr>
      <vt:lpstr>İyon</vt:lpstr>
      <vt:lpstr>TOKEN EMBEDDING </vt:lpstr>
      <vt:lpstr>PowerPoint Sunusu</vt:lpstr>
      <vt:lpstr>What is Embedding? </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 EMBEDDING</dc:title>
  <dc:creator>YASEMIN</dc:creator>
  <cp:lastModifiedBy>YASEMIN</cp:lastModifiedBy>
  <cp:revision>14</cp:revision>
  <dcterms:created xsi:type="dcterms:W3CDTF">2026-07-27T08:48:17Z</dcterms:created>
  <dcterms:modified xsi:type="dcterms:W3CDTF">2026-07-27T18:44:00Z</dcterms:modified>
</cp:coreProperties>
</file>