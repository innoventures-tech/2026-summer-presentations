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4" r:id="rId8"/>
    <p:sldId id="268" r:id="rId9"/>
    <p:sldId id="263" r:id="rId10"/>
    <p:sldId id="266" r:id="rId11"/>
    <p:sldId id="270" r:id="rId12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63" d="100"/>
          <a:sy n="63" d="100"/>
        </p:scale>
        <p:origin x="629" y="5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400" y="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16"/>
            <a:ext cx="16256000" cy="9067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05464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0</Words>
  <Application>Microsoft Office PowerPoint</Application>
  <PresentationFormat>Özel</PresentationFormat>
  <Paragraphs>0</Paragraphs>
  <Slides>11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2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Sunusu</dc:title>
  <cp:lastModifiedBy>YASEMIN</cp:lastModifiedBy>
  <cp:revision>6</cp:revision>
  <dcterms:created xsi:type="dcterms:W3CDTF">2006-08-16T00:00:00Z</dcterms:created>
  <dcterms:modified xsi:type="dcterms:W3CDTF">2026-07-21T09:02:39Z</dcterms:modified>
</cp:coreProperties>
</file>