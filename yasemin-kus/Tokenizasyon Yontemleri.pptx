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2" r:id="rId2"/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0" r:id="rId12"/>
    <p:sldId id="271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629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7F87C4-203B-492B-AD4A-19A11163107F}" type="datetimeFigureOut">
              <a:rPr lang="tr-TR" smtClean="0"/>
              <a:t>14.07.2026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2DBBC-6280-4FBA-8E42-144F15252C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880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2DBBC-6280-4FBA-8E42-144F15252C5A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9343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2DBBC-6280-4FBA-8E42-144F15252C5A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247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24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09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2</Words>
  <Application>Microsoft Office PowerPoint</Application>
  <PresentationFormat>Özel</PresentationFormat>
  <Paragraphs>2</Paragraphs>
  <Slides>12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cp:lastModifiedBy>YASEMIN</cp:lastModifiedBy>
  <cp:revision>11</cp:revision>
  <dcterms:created xsi:type="dcterms:W3CDTF">2006-08-16T00:00:00Z</dcterms:created>
  <dcterms:modified xsi:type="dcterms:W3CDTF">2026-07-14T11:04:02Z</dcterms:modified>
</cp:coreProperties>
</file>